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406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9E75"/>
                </a:solidFill>
              </a:rPr>
              <a:t>BRIGHTLEARN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Project Plan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Data Architecture  ·  ETL Pipeline  ·  Key Insights  ·  CEO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279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4279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4645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279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4279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4645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SLIDE 2 OF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As Junior Data Analysts, we extract actionable insights from historical transactional data to help the new CEO grow revenue and improve product performance at Bright Coffee Shop.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743200" cy="137160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743200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</a:rPr>
              <a:t>Data source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Coffee Shop Excel file with daily 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920240"/>
            <a:ext cx="2743200" cy="1371600"/>
          </a:xfrm>
          <a:prstGeom prst="rect">
            <a:avLst/>
          </a:prstGeom>
          <a:solidFill>
            <a:srgbClr val="EEEDFE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154680" y="1920240"/>
            <a:ext cx="2743200" cy="7315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489"/>
                </a:solidFill>
              </a:rPr>
              <a:t>Tools used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423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Snowflake · Excel · PowerPoint · Miro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743200" cy="137160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74320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17220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</a:rPr>
              <a:t>Audience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423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New CEO — strategic decision making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Four deliverables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21792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Miro architecture diagram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78808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21792" y="4133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Processed dataset (Excel + pivot tables)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471416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621792" y="44256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PowerPoint CEO presentation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5010912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SQL code text file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178808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5010912" y="4133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Methodology document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Flow &amp;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SLIDE 3 OF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554480" cy="1005840"/>
          </a:xfrm>
          <a:prstGeom prst="rect">
            <a:avLst/>
          </a:prstGeom>
          <a:solidFill>
            <a:srgbClr val="E5E7EB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155448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256032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Data 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Excel 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41732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2011680" y="914400"/>
            <a:ext cx="1554480" cy="1005840"/>
          </a:xfrm>
          <a:prstGeom prst="rect">
            <a:avLst/>
          </a:prstGeom>
          <a:solidFill>
            <a:srgbClr val="EEEDFE"/>
          </a:solidFill>
          <a:ln w="1905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2011680" y="914400"/>
            <a:ext cx="1554480" cy="6400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2084832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77DD"/>
                </a:solidFill>
              </a:rPr>
              <a:t>ETL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84832" y="13716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Convert &amp; clean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417320"/>
            <a:ext cx="457200" cy="0"/>
          </a:xfrm>
          <a:prstGeom prst="line">
            <a:avLst/>
          </a:prstGeom>
          <a:noFill/>
          <a:ln w="19050">
            <a:solidFill>
              <a:srgbClr val="7F77DD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840480" y="914400"/>
            <a:ext cx="1554480" cy="100584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840480" y="914400"/>
            <a:ext cx="15544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3913632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Snowflake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13632" y="13716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Store &amp; query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1417320"/>
            <a:ext cx="4572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5669280" y="914400"/>
            <a:ext cx="1554480" cy="1005840"/>
          </a:xfrm>
          <a:prstGeom prst="rect">
            <a:avLst/>
          </a:prstGeom>
          <a:solidFill>
            <a:srgbClr val="E6F1FB"/>
          </a:solidFill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5669280" y="914400"/>
            <a:ext cx="155448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5742432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8ADD"/>
                </a:solidFill>
              </a:rPr>
              <a:t>Excel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42432" y="13716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Pivot &amp; charts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417320"/>
            <a:ext cx="457200" cy="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7498080" y="914400"/>
            <a:ext cx="1554480" cy="1005840"/>
          </a:xfrm>
          <a:prstGeom prst="rect">
            <a:avLst/>
          </a:prstGeom>
          <a:solidFill>
            <a:srgbClr val="FAECE7"/>
          </a:solidFill>
          <a:ln w="1905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7498080" y="914400"/>
            <a:ext cx="155448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7571232" y="10241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5A30"/>
                </a:solidFill>
              </a:rPr>
              <a:t>CEO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71232" y="13716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Insights deck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ETL transformation details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2651760"/>
            <a:ext cx="4114800" cy="731520"/>
          </a:xfrm>
          <a:prstGeom prst="rect">
            <a:avLst/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1148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1. Convert to CSV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Export Excel → CSV format for Snowflake ingestion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651760"/>
            <a:ext cx="4114800" cy="731520"/>
          </a:xfrm>
          <a:prstGeom prst="rect">
            <a:avLst/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484632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2. Fix unit_price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Convert comma decimals: '3,1' → 3.1 using CAST/REPLACE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566160"/>
            <a:ext cx="4114800" cy="7315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1148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3. Add time_bucket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FLOOR(time / 30 min interval) → transaction_time_bucket col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566160"/>
            <a:ext cx="4114800" cy="7315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484632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4. Compute total_amount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total_amount = unit_price × transaction_qty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Insights to Deliver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SLIDE 4 OF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57400" cy="384048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05740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399032"/>
            <a:ext cx="54864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30352" y="136245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Total revenue per product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167128"/>
            <a:ext cx="54864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30352" y="21305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Total_amount = unit_price × qty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935224"/>
            <a:ext cx="54864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30352" y="28986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Revenue by product category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703320"/>
            <a:ext cx="54864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30352" y="366674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High vs low revenue items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868680"/>
            <a:ext cx="2057400" cy="3840480"/>
          </a:xfrm>
          <a:prstGeom prst="rect">
            <a:avLst/>
          </a:prstGeom>
          <a:solidFill>
            <a:srgbClr val="E6F1FB"/>
          </a:solidFill>
          <a:ln w="1524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2468880" y="868680"/>
            <a:ext cx="2057400" cy="4114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2560320" y="868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patterns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78608" y="1399032"/>
            <a:ext cx="54864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2724912" y="136245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Peak 30-min time buckets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78608" y="2167128"/>
            <a:ext cx="54864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2724912" y="21305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Morning vs afternoon sales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78608" y="2935224"/>
            <a:ext cx="54864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2724912" y="28986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Slow slot identification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78608" y="3703320"/>
            <a:ext cx="54864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2724912" y="366674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Busiest day-of-week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868680"/>
            <a:ext cx="2057400" cy="3840480"/>
          </a:xfrm>
          <a:prstGeom prst="rect">
            <a:avLst/>
          </a:prstGeom>
          <a:solidFill>
            <a:srgbClr val="EEEDFE"/>
          </a:solidFill>
          <a:ln w="1524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663440" y="868680"/>
            <a:ext cx="2057400" cy="4114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754880" y="868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ranking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1399032"/>
            <a:ext cx="54864" cy="2560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919472" y="136245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Top 5 best-selling products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73168" y="2167128"/>
            <a:ext cx="54864" cy="2560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4919472" y="21305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Bottom 5 underperformers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935224"/>
            <a:ext cx="54864" cy="2560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4919472" y="28986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Units sold by product type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73168" y="3703320"/>
            <a:ext cx="54864" cy="25603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919472" y="366674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Group by product detail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868680"/>
            <a:ext cx="2057400" cy="3840480"/>
          </a:xfrm>
          <a:prstGeom prst="rect">
            <a:avLst/>
          </a:prstGeom>
          <a:solidFill>
            <a:srgbClr val="FAEEDA"/>
          </a:solidFill>
          <a:ln w="1524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Shape 37"/>
          <p:cNvSpPr/>
          <p:nvPr/>
        </p:nvSpPr>
        <p:spPr>
          <a:xfrm>
            <a:off x="6858000" y="868680"/>
            <a:ext cx="205740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6949440" y="868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Sales trends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67728" y="1399032"/>
            <a:ext cx="54864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7114032" y="136245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Daily sales volume trend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67728" y="2167128"/>
            <a:ext cx="54864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7114032" y="21305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Weekly pattern analysis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67728" y="2935224"/>
            <a:ext cx="54864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7114032" y="289864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Quantity growth over time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67728" y="3703320"/>
            <a:ext cx="54864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7114032" y="366674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Seasonal observations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Recommendations &amp;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SLIDE 5 OF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Immediate 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834640" cy="1645920"/>
          </a:xfrm>
          <a:prstGeom prst="rect">
            <a:avLst/>
          </a:prstGeom>
          <a:solidFill>
            <a:srgbClr val="FAECE7"/>
          </a:solidFill>
          <a:ln w="1524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834640" cy="3657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84048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Marketing 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94360" y="160934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Discounts during off-peak hours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94360" y="19933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Happy hour promotions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432304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Bundle deals at slow slots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2834640" cy="164592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246120" y="1188720"/>
            <a:ext cx="283464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3355848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Inventory decisions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664208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3566160" y="160934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Stock top 5 revenue products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2048256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566160" y="19933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Ensure consistent supply chain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432304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3566160" y="237744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Seasonal stock planning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2834640" cy="1645920"/>
          </a:xfrm>
          <a:prstGeom prst="rect">
            <a:avLst/>
          </a:prstGeom>
          <a:solidFill>
            <a:srgbClr val="EEEDFE"/>
          </a:solidFill>
          <a:ln w="1524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6217920" y="1188720"/>
            <a:ext cx="2834640" cy="36576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327648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promotion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1664208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537960" y="1609344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Combo deals with top sellers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2048256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537960" y="19933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Staff upselling training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2432304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537960" y="237744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Review low-performer pricing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3337560"/>
            <a:ext cx="2834640" cy="1554480"/>
          </a:xfrm>
          <a:prstGeom prst="rect">
            <a:avLst/>
          </a:prstGeom>
          <a:solidFill>
            <a:srgbClr val="E6F1FB"/>
          </a:solidFill>
          <a:ln w="1524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411480" y="3401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8ADD"/>
                </a:solidFill>
              </a:rPr>
              <a:t>01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1148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Automate reporting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" y="4114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Schedule daily Snowflake jobs + live Power BI refresh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120" y="3337560"/>
            <a:ext cx="2834640" cy="1554480"/>
          </a:xfrm>
          <a:prstGeom prst="rect">
            <a:avLst/>
          </a:prstGeom>
          <a:solidFill>
            <a:srgbClr val="E5E7EB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3383280" y="3401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02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38328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Multi-location tracking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83280" y="4114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Standardise schema, comparative reporting across branches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337560"/>
            <a:ext cx="2834640" cy="1554480"/>
          </a:xfrm>
          <a:prstGeom prst="rect">
            <a:avLst/>
          </a:prstGeom>
          <a:solidFill>
            <a:srgbClr val="FAEEDA"/>
          </a:solidFill>
          <a:ln w="1524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355080" y="3401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A7517"/>
                </a:solidFill>
              </a:rPr>
              <a:t>03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35508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Loyalty programme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55080" y="4114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Reward peak-time regulars, incentivise slow time slots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Timeline — 10-Day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SLIDE 6 OF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749808"/>
            <a:ext cx="640080" cy="274320"/>
          </a:xfrm>
          <a:prstGeom prst="rect">
            <a:avLst/>
          </a:prstGeom>
          <a:solidFill>
            <a:srgbClr val="EEED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2651760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10128" y="749808"/>
            <a:ext cx="640080" cy="274320"/>
          </a:xfrm>
          <a:prstGeom prst="rect">
            <a:avLst/>
          </a:prstGeom>
          <a:solidFill>
            <a:srgbClr val="EEED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310128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68496" y="749808"/>
            <a:ext cx="640080" cy="274320"/>
          </a:xfrm>
          <a:prstGeom prst="rect">
            <a:avLst/>
          </a:prstGeom>
          <a:solidFill>
            <a:srgbClr val="E1F5E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968496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749808"/>
            <a:ext cx="640080" cy="274320"/>
          </a:xfrm>
          <a:prstGeom prst="rect">
            <a:avLst/>
          </a:prstGeom>
          <a:solidFill>
            <a:srgbClr val="E1F5E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626864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85232" y="749808"/>
            <a:ext cx="640080" cy="274320"/>
          </a:xfrm>
          <a:prstGeom prst="rect">
            <a:avLst/>
          </a:prstGeom>
          <a:solidFill>
            <a:srgbClr val="E6F1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285232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749808"/>
            <a:ext cx="640080" cy="274320"/>
          </a:xfrm>
          <a:prstGeom prst="rect">
            <a:avLst/>
          </a:prstGeom>
          <a:solidFill>
            <a:srgbClr val="E6F1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943600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01968" y="749808"/>
            <a:ext cx="640080" cy="274320"/>
          </a:xfrm>
          <a:prstGeom prst="rect">
            <a:avLst/>
          </a:prstGeom>
          <a:solidFill>
            <a:srgbClr val="E6F1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601968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60336" y="749808"/>
            <a:ext cx="640080" cy="274320"/>
          </a:xfrm>
          <a:prstGeom prst="rect">
            <a:avLst/>
          </a:prstGeom>
          <a:solidFill>
            <a:srgbClr val="FAECE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7260336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18704" y="749808"/>
            <a:ext cx="640080" cy="274320"/>
          </a:xfrm>
          <a:prstGeom prst="rect">
            <a:avLst/>
          </a:prstGeom>
          <a:solidFill>
            <a:srgbClr val="FAECE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7918704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77072" y="749808"/>
            <a:ext cx="640080" cy="274320"/>
          </a:xfrm>
          <a:prstGeom prst="rect">
            <a:avLst/>
          </a:prstGeom>
          <a:solidFill>
            <a:srgbClr val="FAECE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8577072" y="749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D10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" y="109728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77DD"/>
                </a:solidFill>
              </a:rPr>
              <a:t>Planning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" y="10972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Kick-off &amp; scope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88336" y="1152144"/>
            <a:ext cx="576072" cy="2011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3310128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3968496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4626864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5285232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5943600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6601968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7260336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7918704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8577072" y="109728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91440" y="147218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77DD"/>
                </a:solidFill>
              </a:rPr>
              <a:t>Planning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9808" y="147218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Miro data flow diagram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88336" y="1527048"/>
            <a:ext cx="576072" cy="2011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3346704" y="1527048"/>
            <a:ext cx="576072" cy="2011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3968496" y="147218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Shape 40"/>
          <p:cNvSpPr/>
          <p:nvPr/>
        </p:nvSpPr>
        <p:spPr>
          <a:xfrm>
            <a:off x="4626864" y="147218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Shape 41"/>
          <p:cNvSpPr/>
          <p:nvPr/>
        </p:nvSpPr>
        <p:spPr>
          <a:xfrm>
            <a:off x="5285232" y="147218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Shape 42"/>
          <p:cNvSpPr/>
          <p:nvPr/>
        </p:nvSpPr>
        <p:spPr>
          <a:xfrm>
            <a:off x="5943600" y="147218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Shape 43"/>
          <p:cNvSpPr/>
          <p:nvPr/>
        </p:nvSpPr>
        <p:spPr>
          <a:xfrm>
            <a:off x="6601968" y="147218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Shape 44"/>
          <p:cNvSpPr/>
          <p:nvPr/>
        </p:nvSpPr>
        <p:spPr>
          <a:xfrm>
            <a:off x="7260336" y="147218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Shape 45"/>
          <p:cNvSpPr/>
          <p:nvPr/>
        </p:nvSpPr>
        <p:spPr>
          <a:xfrm>
            <a:off x="7918704" y="147218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Shape 46"/>
          <p:cNvSpPr/>
          <p:nvPr/>
        </p:nvSpPr>
        <p:spPr>
          <a:xfrm>
            <a:off x="8577072" y="147218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91440" y="184708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77DD"/>
                </a:solidFill>
              </a:rPr>
              <a:t>Planning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9808" y="184708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Key insight questions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651760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Shape 50"/>
          <p:cNvSpPr/>
          <p:nvPr/>
        </p:nvSpPr>
        <p:spPr>
          <a:xfrm>
            <a:off x="3346704" y="1901952"/>
            <a:ext cx="576072" cy="2011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Shape 51"/>
          <p:cNvSpPr/>
          <p:nvPr/>
        </p:nvSpPr>
        <p:spPr>
          <a:xfrm>
            <a:off x="3968496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Shape 52"/>
          <p:cNvSpPr/>
          <p:nvPr/>
        </p:nvSpPr>
        <p:spPr>
          <a:xfrm>
            <a:off x="4626864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Shape 53"/>
          <p:cNvSpPr/>
          <p:nvPr/>
        </p:nvSpPr>
        <p:spPr>
          <a:xfrm>
            <a:off x="5285232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Shape 54"/>
          <p:cNvSpPr/>
          <p:nvPr/>
        </p:nvSpPr>
        <p:spPr>
          <a:xfrm>
            <a:off x="5943600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7" name="Shape 55"/>
          <p:cNvSpPr/>
          <p:nvPr/>
        </p:nvSpPr>
        <p:spPr>
          <a:xfrm>
            <a:off x="6601968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Shape 56"/>
          <p:cNvSpPr/>
          <p:nvPr/>
        </p:nvSpPr>
        <p:spPr>
          <a:xfrm>
            <a:off x="7260336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9" name="Shape 57"/>
          <p:cNvSpPr/>
          <p:nvPr/>
        </p:nvSpPr>
        <p:spPr>
          <a:xfrm>
            <a:off x="7918704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0" name="Shape 58"/>
          <p:cNvSpPr/>
          <p:nvPr/>
        </p:nvSpPr>
        <p:spPr>
          <a:xfrm>
            <a:off x="8577072" y="184708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91440" y="222199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9E75"/>
                </a:solidFill>
              </a:rPr>
              <a:t>Data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49808" y="22219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Convert Excel → CSV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651760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4" name="Shape 62"/>
          <p:cNvSpPr/>
          <p:nvPr/>
        </p:nvSpPr>
        <p:spPr>
          <a:xfrm>
            <a:off x="3310128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5" name="Shape 63"/>
          <p:cNvSpPr/>
          <p:nvPr/>
        </p:nvSpPr>
        <p:spPr>
          <a:xfrm>
            <a:off x="4005072" y="2276856"/>
            <a:ext cx="57607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6" name="Shape 64"/>
          <p:cNvSpPr/>
          <p:nvPr/>
        </p:nvSpPr>
        <p:spPr>
          <a:xfrm>
            <a:off x="4626864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7" name="Shape 65"/>
          <p:cNvSpPr/>
          <p:nvPr/>
        </p:nvSpPr>
        <p:spPr>
          <a:xfrm>
            <a:off x="5285232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8" name="Shape 66"/>
          <p:cNvSpPr/>
          <p:nvPr/>
        </p:nvSpPr>
        <p:spPr>
          <a:xfrm>
            <a:off x="5943600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6601968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0" name="Shape 68"/>
          <p:cNvSpPr/>
          <p:nvPr/>
        </p:nvSpPr>
        <p:spPr>
          <a:xfrm>
            <a:off x="7260336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1" name="Shape 69"/>
          <p:cNvSpPr/>
          <p:nvPr/>
        </p:nvSpPr>
        <p:spPr>
          <a:xfrm>
            <a:off x="7918704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2" name="Shape 70"/>
          <p:cNvSpPr/>
          <p:nvPr/>
        </p:nvSpPr>
        <p:spPr>
          <a:xfrm>
            <a:off x="8577072" y="222199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91440" y="259689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9E75"/>
                </a:solidFill>
              </a:rPr>
              <a:t>Data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49808" y="259689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Load into Snowflake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651760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6" name="Shape 74"/>
          <p:cNvSpPr/>
          <p:nvPr/>
        </p:nvSpPr>
        <p:spPr>
          <a:xfrm>
            <a:off x="3310128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7" name="Shape 75"/>
          <p:cNvSpPr/>
          <p:nvPr/>
        </p:nvSpPr>
        <p:spPr>
          <a:xfrm>
            <a:off x="4005072" y="2651760"/>
            <a:ext cx="57607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8" name="Shape 76"/>
          <p:cNvSpPr/>
          <p:nvPr/>
        </p:nvSpPr>
        <p:spPr>
          <a:xfrm>
            <a:off x="4626864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9" name="Shape 77"/>
          <p:cNvSpPr/>
          <p:nvPr/>
        </p:nvSpPr>
        <p:spPr>
          <a:xfrm>
            <a:off x="5285232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0" name="Shape 78"/>
          <p:cNvSpPr/>
          <p:nvPr/>
        </p:nvSpPr>
        <p:spPr>
          <a:xfrm>
            <a:off x="5943600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1" name="Shape 79"/>
          <p:cNvSpPr/>
          <p:nvPr/>
        </p:nvSpPr>
        <p:spPr>
          <a:xfrm>
            <a:off x="6601968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2" name="Shape 80"/>
          <p:cNvSpPr/>
          <p:nvPr/>
        </p:nvSpPr>
        <p:spPr>
          <a:xfrm>
            <a:off x="7260336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3" name="Shape 81"/>
          <p:cNvSpPr/>
          <p:nvPr/>
        </p:nvSpPr>
        <p:spPr>
          <a:xfrm>
            <a:off x="7918704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4" name="Shape 82"/>
          <p:cNvSpPr/>
          <p:nvPr/>
        </p:nvSpPr>
        <p:spPr>
          <a:xfrm>
            <a:off x="8577072" y="259689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5" name="Text 83"/>
          <p:cNvSpPr/>
          <p:nvPr/>
        </p:nvSpPr>
        <p:spPr>
          <a:xfrm>
            <a:off x="91440" y="2971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9E75"/>
                </a:solidFill>
              </a:rPr>
              <a:t>Data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4980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Fix prices + add columns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651760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8" name="Shape 86"/>
          <p:cNvSpPr/>
          <p:nvPr/>
        </p:nvSpPr>
        <p:spPr>
          <a:xfrm>
            <a:off x="3310128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9" name="Shape 87"/>
          <p:cNvSpPr/>
          <p:nvPr/>
        </p:nvSpPr>
        <p:spPr>
          <a:xfrm>
            <a:off x="3968496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0" name="Shape 88"/>
          <p:cNvSpPr/>
          <p:nvPr/>
        </p:nvSpPr>
        <p:spPr>
          <a:xfrm>
            <a:off x="4663440" y="3026664"/>
            <a:ext cx="57607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1" name="Shape 89"/>
          <p:cNvSpPr/>
          <p:nvPr/>
        </p:nvSpPr>
        <p:spPr>
          <a:xfrm>
            <a:off x="5285232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2" name="Shape 90"/>
          <p:cNvSpPr/>
          <p:nvPr/>
        </p:nvSpPr>
        <p:spPr>
          <a:xfrm>
            <a:off x="5943600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3" name="Shape 91"/>
          <p:cNvSpPr/>
          <p:nvPr/>
        </p:nvSpPr>
        <p:spPr>
          <a:xfrm>
            <a:off x="6601968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4" name="Shape 92"/>
          <p:cNvSpPr/>
          <p:nvPr/>
        </p:nvSpPr>
        <p:spPr>
          <a:xfrm>
            <a:off x="7260336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5" name="Shape 93"/>
          <p:cNvSpPr/>
          <p:nvPr/>
        </p:nvSpPr>
        <p:spPr>
          <a:xfrm>
            <a:off x="7918704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6" name="Shape 94"/>
          <p:cNvSpPr/>
          <p:nvPr/>
        </p:nvSpPr>
        <p:spPr>
          <a:xfrm>
            <a:off x="8577072" y="2971800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7" name="Text 95"/>
          <p:cNvSpPr/>
          <p:nvPr/>
        </p:nvSpPr>
        <p:spPr>
          <a:xfrm>
            <a:off x="91440" y="33467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78ADD"/>
                </a:solidFill>
              </a:rPr>
              <a:t>Analysis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49808" y="33467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Export + pivot tables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651760" y="334670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0" name="Shape 98"/>
          <p:cNvSpPr/>
          <p:nvPr/>
        </p:nvSpPr>
        <p:spPr>
          <a:xfrm>
            <a:off x="3310128" y="334670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1" name="Shape 99"/>
          <p:cNvSpPr/>
          <p:nvPr/>
        </p:nvSpPr>
        <p:spPr>
          <a:xfrm>
            <a:off x="3968496" y="334670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2" name="Shape 100"/>
          <p:cNvSpPr/>
          <p:nvPr/>
        </p:nvSpPr>
        <p:spPr>
          <a:xfrm>
            <a:off x="4626864" y="334670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3" name="Shape 101"/>
          <p:cNvSpPr/>
          <p:nvPr/>
        </p:nvSpPr>
        <p:spPr>
          <a:xfrm>
            <a:off x="5321808" y="3401568"/>
            <a:ext cx="576072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4" name="Shape 102"/>
          <p:cNvSpPr/>
          <p:nvPr/>
        </p:nvSpPr>
        <p:spPr>
          <a:xfrm>
            <a:off x="5980176" y="3401568"/>
            <a:ext cx="576072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5" name="Shape 103"/>
          <p:cNvSpPr/>
          <p:nvPr/>
        </p:nvSpPr>
        <p:spPr>
          <a:xfrm>
            <a:off x="6601968" y="334670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6" name="Shape 104"/>
          <p:cNvSpPr/>
          <p:nvPr/>
        </p:nvSpPr>
        <p:spPr>
          <a:xfrm>
            <a:off x="7260336" y="334670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7" name="Shape 105"/>
          <p:cNvSpPr/>
          <p:nvPr/>
        </p:nvSpPr>
        <p:spPr>
          <a:xfrm>
            <a:off x="7918704" y="334670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8" name="Shape 106"/>
          <p:cNvSpPr/>
          <p:nvPr/>
        </p:nvSpPr>
        <p:spPr>
          <a:xfrm>
            <a:off x="8577072" y="3346704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9" name="Text 107"/>
          <p:cNvSpPr/>
          <p:nvPr/>
        </p:nvSpPr>
        <p:spPr>
          <a:xfrm>
            <a:off x="91440" y="372160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78ADD"/>
                </a:solidFill>
              </a:rPr>
              <a:t>Analysis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749808" y="37216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Charts &amp; dashboard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2651760" y="372160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2" name="Shape 110"/>
          <p:cNvSpPr/>
          <p:nvPr/>
        </p:nvSpPr>
        <p:spPr>
          <a:xfrm>
            <a:off x="3310128" y="372160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3" name="Shape 111"/>
          <p:cNvSpPr/>
          <p:nvPr/>
        </p:nvSpPr>
        <p:spPr>
          <a:xfrm>
            <a:off x="3968496" y="372160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4" name="Shape 112"/>
          <p:cNvSpPr/>
          <p:nvPr/>
        </p:nvSpPr>
        <p:spPr>
          <a:xfrm>
            <a:off x="4626864" y="372160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5" name="Shape 113"/>
          <p:cNvSpPr/>
          <p:nvPr/>
        </p:nvSpPr>
        <p:spPr>
          <a:xfrm>
            <a:off x="5285232" y="372160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6" name="Shape 114"/>
          <p:cNvSpPr/>
          <p:nvPr/>
        </p:nvSpPr>
        <p:spPr>
          <a:xfrm>
            <a:off x="5980176" y="3776472"/>
            <a:ext cx="576072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7" name="Shape 115"/>
          <p:cNvSpPr/>
          <p:nvPr/>
        </p:nvSpPr>
        <p:spPr>
          <a:xfrm>
            <a:off x="6638544" y="3776472"/>
            <a:ext cx="576072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8" name="Shape 116"/>
          <p:cNvSpPr/>
          <p:nvPr/>
        </p:nvSpPr>
        <p:spPr>
          <a:xfrm>
            <a:off x="7260336" y="372160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9" name="Shape 117"/>
          <p:cNvSpPr/>
          <p:nvPr/>
        </p:nvSpPr>
        <p:spPr>
          <a:xfrm>
            <a:off x="7918704" y="372160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0" name="Shape 118"/>
          <p:cNvSpPr/>
          <p:nvPr/>
        </p:nvSpPr>
        <p:spPr>
          <a:xfrm>
            <a:off x="8577072" y="3721608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1" name="Text 119"/>
          <p:cNvSpPr/>
          <p:nvPr/>
        </p:nvSpPr>
        <p:spPr>
          <a:xfrm>
            <a:off x="91440" y="409651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85A30"/>
                </a:solidFill>
              </a:rPr>
              <a:t>Present.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749808" y="40965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Methodology document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2651760" y="409651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4" name="Shape 122"/>
          <p:cNvSpPr/>
          <p:nvPr/>
        </p:nvSpPr>
        <p:spPr>
          <a:xfrm>
            <a:off x="3310128" y="409651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5" name="Shape 123"/>
          <p:cNvSpPr/>
          <p:nvPr/>
        </p:nvSpPr>
        <p:spPr>
          <a:xfrm>
            <a:off x="3968496" y="409651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6" name="Shape 124"/>
          <p:cNvSpPr/>
          <p:nvPr/>
        </p:nvSpPr>
        <p:spPr>
          <a:xfrm>
            <a:off x="4626864" y="409651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7" name="Shape 125"/>
          <p:cNvSpPr/>
          <p:nvPr/>
        </p:nvSpPr>
        <p:spPr>
          <a:xfrm>
            <a:off x="5285232" y="409651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8" name="Shape 126"/>
          <p:cNvSpPr/>
          <p:nvPr/>
        </p:nvSpPr>
        <p:spPr>
          <a:xfrm>
            <a:off x="5943600" y="409651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9" name="Shape 127"/>
          <p:cNvSpPr/>
          <p:nvPr/>
        </p:nvSpPr>
        <p:spPr>
          <a:xfrm>
            <a:off x="6638544" y="4151376"/>
            <a:ext cx="576072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0" name="Shape 128"/>
          <p:cNvSpPr/>
          <p:nvPr/>
        </p:nvSpPr>
        <p:spPr>
          <a:xfrm>
            <a:off x="7296912" y="4151376"/>
            <a:ext cx="576072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1" name="Shape 129"/>
          <p:cNvSpPr/>
          <p:nvPr/>
        </p:nvSpPr>
        <p:spPr>
          <a:xfrm>
            <a:off x="7918704" y="409651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2" name="Shape 130"/>
          <p:cNvSpPr/>
          <p:nvPr/>
        </p:nvSpPr>
        <p:spPr>
          <a:xfrm>
            <a:off x="8577072" y="4096512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3" name="Text 131"/>
          <p:cNvSpPr/>
          <p:nvPr/>
        </p:nvSpPr>
        <p:spPr>
          <a:xfrm>
            <a:off x="91440" y="447141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85A30"/>
                </a:solidFill>
              </a:rPr>
              <a:t>Present.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749808" y="447141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PowerPoint + review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2651760" y="447141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6" name="Shape 134"/>
          <p:cNvSpPr/>
          <p:nvPr/>
        </p:nvSpPr>
        <p:spPr>
          <a:xfrm>
            <a:off x="3310128" y="447141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7" name="Shape 135"/>
          <p:cNvSpPr/>
          <p:nvPr/>
        </p:nvSpPr>
        <p:spPr>
          <a:xfrm>
            <a:off x="3968496" y="447141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8" name="Shape 136"/>
          <p:cNvSpPr/>
          <p:nvPr/>
        </p:nvSpPr>
        <p:spPr>
          <a:xfrm>
            <a:off x="4626864" y="447141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9" name="Shape 137"/>
          <p:cNvSpPr/>
          <p:nvPr/>
        </p:nvSpPr>
        <p:spPr>
          <a:xfrm>
            <a:off x="5285232" y="447141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0" name="Shape 138"/>
          <p:cNvSpPr/>
          <p:nvPr/>
        </p:nvSpPr>
        <p:spPr>
          <a:xfrm>
            <a:off x="5943600" y="447141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1" name="Shape 139"/>
          <p:cNvSpPr/>
          <p:nvPr/>
        </p:nvSpPr>
        <p:spPr>
          <a:xfrm>
            <a:off x="6601968" y="4471416"/>
            <a:ext cx="640080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2" name="Shape 140"/>
          <p:cNvSpPr/>
          <p:nvPr/>
        </p:nvSpPr>
        <p:spPr>
          <a:xfrm>
            <a:off x="7296912" y="4526280"/>
            <a:ext cx="576072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3" name="Shape 141"/>
          <p:cNvSpPr/>
          <p:nvPr/>
        </p:nvSpPr>
        <p:spPr>
          <a:xfrm>
            <a:off x="7955280" y="4526280"/>
            <a:ext cx="576072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4" name="Shape 142"/>
          <p:cNvSpPr/>
          <p:nvPr/>
        </p:nvSpPr>
        <p:spPr>
          <a:xfrm>
            <a:off x="8613648" y="4526280"/>
            <a:ext cx="576072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5" name="Shape 143"/>
          <p:cNvSpPr/>
          <p:nvPr/>
        </p:nvSpPr>
        <p:spPr>
          <a:xfrm>
            <a:off x="274320" y="4846320"/>
            <a:ext cx="182880" cy="13716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6" name="Text 144"/>
          <p:cNvSpPr/>
          <p:nvPr/>
        </p:nvSpPr>
        <p:spPr>
          <a:xfrm>
            <a:off x="530352" y="4818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Planning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2423160" y="4846320"/>
            <a:ext cx="182880" cy="1371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8" name="Text 146"/>
          <p:cNvSpPr/>
          <p:nvPr/>
        </p:nvSpPr>
        <p:spPr>
          <a:xfrm>
            <a:off x="2679192" y="4818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Data processing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4572000" y="4846320"/>
            <a:ext cx="182880" cy="1371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0" name="Text 148"/>
          <p:cNvSpPr/>
          <p:nvPr/>
        </p:nvSpPr>
        <p:spPr>
          <a:xfrm>
            <a:off x="4828032" y="4818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Analysis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6720840" y="4846320"/>
            <a:ext cx="182880" cy="1371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2" name="Text 150"/>
          <p:cNvSpPr/>
          <p:nvPr/>
        </p:nvSpPr>
        <p:spPr>
          <a:xfrm>
            <a:off x="6976872" y="4818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447</Words>
  <Application>Microsoft Office PowerPoint</Application>
  <PresentationFormat>On-screen Show (16:9)</PresentationFormat>
  <Paragraphs>130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— Project Plan</dc:title>
  <dc:subject>SQL Project</dc:subject>
  <dc:creator>MA Nzama</dc:creator>
  <cp:keywords>MA Nzama</cp:keywords>
  <cp:lastModifiedBy>Andrew Nzama</cp:lastModifiedBy>
  <cp:revision>2</cp:revision>
  <dcterms:created xsi:type="dcterms:W3CDTF">2026-03-23T18:23:30Z</dcterms:created>
  <dcterms:modified xsi:type="dcterms:W3CDTF">2026-03-23T18:41:11Z</dcterms:modified>
</cp:coreProperties>
</file>