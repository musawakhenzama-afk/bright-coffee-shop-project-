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820" r:id="rId5"/>
    <p:sldId id="821" r:id="rId6"/>
    <p:sldId id="834" r:id="rId7"/>
    <p:sldId id="836" r:id="rId8"/>
    <p:sldId id="837" r:id="rId9"/>
    <p:sldId id="838" r:id="rId10"/>
    <p:sldId id="839" r:id="rId11"/>
    <p:sldId id="841" r:id="rId12"/>
    <p:sldId id="842" r:id="rId13"/>
    <p:sldId id="843" r:id="rId14"/>
    <p:sldId id="844" r:id="rId15"/>
    <p:sldId id="845" r:id="rId16"/>
    <p:sldId id="848" r:id="rId17"/>
    <p:sldId id="84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2F08"/>
    <a:srgbClr val="E3CBBA"/>
    <a:srgbClr val="853F00"/>
    <a:srgbClr val="F7F7F7"/>
    <a:srgbClr val="E6E6E6"/>
    <a:srgbClr val="1C1E26"/>
    <a:srgbClr val="303342"/>
    <a:srgbClr val="485F74"/>
    <a:srgbClr val="354655"/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414E7-2984-491B-A072-3BED36FCB3F5}" v="167" dt="2025-11-19T18:05:44.045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4080"/>
        <p:guide pos="3840"/>
      </p:guideLst>
    </p:cSldViewPr>
  </p:slideViewPr>
  <p:outlineViewPr>
    <p:cViewPr>
      <p:scale>
        <a:sx n="75" d="100"/>
        <a:sy n="75" d="100"/>
      </p:scale>
      <p:origin x="0" y="-1857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757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Nzama" userId="a926327f-0c74-423b-91d7-9437b334ead1" providerId="ADAL" clId="{FD0414E7-2984-491B-A072-3BED36FCB3F5}"/>
    <pc:docChg chg="undo custSel addSld delSld modSld sldOrd">
      <pc:chgData name="Andrew Nzama" userId="a926327f-0c74-423b-91d7-9437b334ead1" providerId="ADAL" clId="{FD0414E7-2984-491B-A072-3BED36FCB3F5}" dt="2025-11-19T18:06:05.985" v="577" actId="26606"/>
      <pc:docMkLst>
        <pc:docMk/>
      </pc:docMkLst>
      <pc:sldChg chg="addSp delSp modSp del mod">
        <pc:chgData name="Andrew Nzama" userId="a926327f-0c74-423b-91d7-9437b334ead1" providerId="ADAL" clId="{FD0414E7-2984-491B-A072-3BED36FCB3F5}" dt="2025-11-19T18:00:08.398" v="463" actId="47"/>
        <pc:sldMkLst>
          <pc:docMk/>
          <pc:sldMk cId="1181920779" sldId="833"/>
        </pc:sldMkLst>
        <pc:spChg chg="add del mod">
          <ac:chgData name="Andrew Nzama" userId="a926327f-0c74-423b-91d7-9437b334ead1" providerId="ADAL" clId="{FD0414E7-2984-491B-A072-3BED36FCB3F5}" dt="2025-11-19T17:59:07.046" v="455" actId="478"/>
          <ac:spMkLst>
            <pc:docMk/>
            <pc:sldMk cId="1181920779" sldId="833"/>
            <ac:spMk id="4" creationId="{E5C530DB-3FB4-6797-3603-A40EF4E1AC5F}"/>
          </ac:spMkLst>
        </pc:spChg>
        <pc:spChg chg="mod">
          <ac:chgData name="Andrew Nzama" userId="a926327f-0c74-423b-91d7-9437b334ead1" providerId="ADAL" clId="{FD0414E7-2984-491B-A072-3BED36FCB3F5}" dt="2025-11-19T17:58:58.462" v="453" actId="20577"/>
          <ac:spMkLst>
            <pc:docMk/>
            <pc:sldMk cId="1181920779" sldId="833"/>
            <ac:spMk id="6" creationId="{D733A49E-B51D-1395-EC68-B125A03571C4}"/>
          </ac:spMkLst>
        </pc:spChg>
        <pc:spChg chg="add del mod">
          <ac:chgData name="Andrew Nzama" userId="a926327f-0c74-423b-91d7-9437b334ead1" providerId="ADAL" clId="{FD0414E7-2984-491B-A072-3BED36FCB3F5}" dt="2025-11-19T17:59:43.698" v="460" actId="47"/>
          <ac:spMkLst>
            <pc:docMk/>
            <pc:sldMk cId="1181920779" sldId="833"/>
            <ac:spMk id="7" creationId="{03CB61F0-069C-9D71-5E9F-97629C8C5E95}"/>
          </ac:spMkLst>
        </pc:spChg>
        <pc:spChg chg="add del mod">
          <ac:chgData name="Andrew Nzama" userId="a926327f-0c74-423b-91d7-9437b334ead1" providerId="ADAL" clId="{FD0414E7-2984-491B-A072-3BED36FCB3F5}" dt="2025-11-19T17:59:45.366" v="461" actId="21"/>
          <ac:spMkLst>
            <pc:docMk/>
            <pc:sldMk cId="1181920779" sldId="833"/>
            <ac:spMk id="9" creationId="{4B45A2F6-C60D-2325-CE6C-086289522D0F}"/>
          </ac:spMkLst>
        </pc:spChg>
        <pc:picChg chg="add mod">
          <ac:chgData name="Andrew Nzama" userId="a926327f-0c74-423b-91d7-9437b334ead1" providerId="ADAL" clId="{FD0414E7-2984-491B-A072-3BED36FCB3F5}" dt="2025-11-19T17:59:59.175" v="462"/>
          <ac:picMkLst>
            <pc:docMk/>
            <pc:sldMk cId="1181920779" sldId="833"/>
            <ac:picMk id="10" creationId="{F4A3D1E3-B364-B32C-F9CC-99BBA08B72F9}"/>
          </ac:picMkLst>
        </pc:picChg>
        <pc:picChg chg="add del">
          <ac:chgData name="Andrew Nzama" userId="a926327f-0c74-423b-91d7-9437b334ead1" providerId="ADAL" clId="{FD0414E7-2984-491B-A072-3BED36FCB3F5}" dt="2025-11-19T17:59:45.366" v="461" actId="21"/>
          <ac:picMkLst>
            <pc:docMk/>
            <pc:sldMk cId="1181920779" sldId="833"/>
            <ac:picMk id="20" creationId="{AB5FDD94-2E49-4EA4-09F4-9C0C9A6F6195}"/>
          </ac:picMkLst>
        </pc:picChg>
      </pc:sldChg>
      <pc:sldChg chg="addSp delSp modSp mod">
        <pc:chgData name="Andrew Nzama" userId="a926327f-0c74-423b-91d7-9437b334ead1" providerId="ADAL" clId="{FD0414E7-2984-491B-A072-3BED36FCB3F5}" dt="2025-11-19T06:34:01.295" v="280" actId="27918"/>
        <pc:sldMkLst>
          <pc:docMk/>
          <pc:sldMk cId="1581277798" sldId="838"/>
        </pc:sldMkLst>
        <pc:spChg chg="mod">
          <ac:chgData name="Andrew Nzama" userId="a926327f-0c74-423b-91d7-9437b334ead1" providerId="ADAL" clId="{FD0414E7-2984-491B-A072-3BED36FCB3F5}" dt="2025-11-19T05:53:30.838" v="44"/>
          <ac:spMkLst>
            <pc:docMk/>
            <pc:sldMk cId="1581277798" sldId="838"/>
            <ac:spMk id="2" creationId="{CE54F68B-2B69-8B30-3622-EA2B335860A3}"/>
          </ac:spMkLst>
        </pc:spChg>
        <pc:spChg chg="add del mod">
          <ac:chgData name="Andrew Nzama" userId="a926327f-0c74-423b-91d7-9437b334ead1" providerId="ADAL" clId="{FD0414E7-2984-491B-A072-3BED36FCB3F5}" dt="2025-11-19T05:51:19.726" v="33" actId="1957"/>
          <ac:spMkLst>
            <pc:docMk/>
            <pc:sldMk cId="1581277798" sldId="838"/>
            <ac:spMk id="4" creationId="{C1AFB2E7-BE68-7987-7A79-0780508B8CF3}"/>
          </ac:spMkLst>
        </pc:spChg>
        <pc:graphicFrameChg chg="add mod">
          <ac:chgData name="Andrew Nzama" userId="a926327f-0c74-423b-91d7-9437b334ead1" providerId="ADAL" clId="{FD0414E7-2984-491B-A072-3BED36FCB3F5}" dt="2025-11-19T05:53:42.075" v="46" actId="113"/>
          <ac:graphicFrameMkLst>
            <pc:docMk/>
            <pc:sldMk cId="1581277798" sldId="838"/>
            <ac:graphicFrameMk id="7" creationId="{3FCA179A-0718-1A2D-E280-E8A6FD2E941A}"/>
          </ac:graphicFrameMkLst>
        </pc:graphicFrameChg>
        <pc:graphicFrameChg chg="del mod">
          <ac:chgData name="Andrew Nzama" userId="a926327f-0c74-423b-91d7-9437b334ead1" providerId="ADAL" clId="{FD0414E7-2984-491B-A072-3BED36FCB3F5}" dt="2025-11-19T05:50:59.282" v="31" actId="478"/>
          <ac:graphicFrameMkLst>
            <pc:docMk/>
            <pc:sldMk cId="1581277798" sldId="838"/>
            <ac:graphicFrameMk id="8" creationId="{E9AF5DEF-82B2-41C7-B659-7CBED32209C7}"/>
          </ac:graphicFrameMkLst>
        </pc:graphicFrameChg>
      </pc:sldChg>
      <pc:sldChg chg="addSp delSp modSp mod">
        <pc:chgData name="Andrew Nzama" userId="a926327f-0c74-423b-91d7-9437b334ead1" providerId="ADAL" clId="{FD0414E7-2984-491B-A072-3BED36FCB3F5}" dt="2025-11-19T06:33:46.141" v="279" actId="27918"/>
        <pc:sldMkLst>
          <pc:docMk/>
          <pc:sldMk cId="1142886635" sldId="839"/>
        </pc:sldMkLst>
        <pc:spChg chg="mod">
          <ac:chgData name="Andrew Nzama" userId="a926327f-0c74-423b-91d7-9437b334ead1" providerId="ADAL" clId="{FD0414E7-2984-491B-A072-3BED36FCB3F5}" dt="2025-11-19T05:57:53.483" v="76" actId="113"/>
          <ac:spMkLst>
            <pc:docMk/>
            <pc:sldMk cId="1142886635" sldId="839"/>
            <ac:spMk id="2" creationId="{CE54F68B-2B69-8B30-3622-EA2B335860A3}"/>
          </ac:spMkLst>
        </pc:spChg>
        <pc:spChg chg="add del">
          <ac:chgData name="Andrew Nzama" userId="a926327f-0c74-423b-91d7-9437b334ead1" providerId="ADAL" clId="{FD0414E7-2984-491B-A072-3BED36FCB3F5}" dt="2025-11-19T05:58:57.484" v="78" actId="22"/>
          <ac:spMkLst>
            <pc:docMk/>
            <pc:sldMk cId="1142886635" sldId="839"/>
            <ac:spMk id="4" creationId="{9AED4AF5-1B9E-F17C-7116-8EDE5B54672F}"/>
          </ac:spMkLst>
        </pc:spChg>
        <pc:graphicFrameChg chg="mod">
          <ac:chgData name="Andrew Nzama" userId="a926327f-0c74-423b-91d7-9437b334ead1" providerId="ADAL" clId="{FD0414E7-2984-491B-A072-3BED36FCB3F5}" dt="2025-11-19T05:57:27.564" v="69"/>
          <ac:graphicFrameMkLst>
            <pc:docMk/>
            <pc:sldMk cId="1142886635" sldId="839"/>
            <ac:graphicFrameMk id="8" creationId="{E9AF5DEF-82B2-41C7-B659-7CBED32209C7}"/>
          </ac:graphicFrameMkLst>
        </pc:graphicFrameChg>
      </pc:sldChg>
      <pc:sldChg chg="addSp new del mod">
        <pc:chgData name="Andrew Nzama" userId="a926327f-0c74-423b-91d7-9437b334ead1" providerId="ADAL" clId="{FD0414E7-2984-491B-A072-3BED36FCB3F5}" dt="2025-11-19T05:59:15.955" v="83" actId="47"/>
        <pc:sldMkLst>
          <pc:docMk/>
          <pc:sldMk cId="2804076306" sldId="840"/>
        </pc:sldMkLst>
        <pc:spChg chg="add">
          <ac:chgData name="Andrew Nzama" userId="a926327f-0c74-423b-91d7-9437b334ead1" providerId="ADAL" clId="{FD0414E7-2984-491B-A072-3BED36FCB3F5}" dt="2025-11-19T05:59:03.344" v="80" actId="22"/>
          <ac:spMkLst>
            <pc:docMk/>
            <pc:sldMk cId="2804076306" sldId="840"/>
            <ac:spMk id="6" creationId="{FE5A7CC4-C2A3-9663-9F1F-B4CAE99E6A8B}"/>
          </ac:spMkLst>
        </pc:spChg>
      </pc:sldChg>
      <pc:sldChg chg="modSp add mod">
        <pc:chgData name="Andrew Nzama" userId="a926327f-0c74-423b-91d7-9437b334ead1" providerId="ADAL" clId="{FD0414E7-2984-491B-A072-3BED36FCB3F5}" dt="2025-11-19T06:33:28.166" v="278" actId="27918"/>
        <pc:sldMkLst>
          <pc:docMk/>
          <pc:sldMk cId="1297867335" sldId="841"/>
        </pc:sldMkLst>
        <pc:spChg chg="mod">
          <ac:chgData name="Andrew Nzama" userId="a926327f-0c74-423b-91d7-9437b334ead1" providerId="ADAL" clId="{FD0414E7-2984-491B-A072-3BED36FCB3F5}" dt="2025-11-19T06:00:53.052" v="94" actId="113"/>
          <ac:spMkLst>
            <pc:docMk/>
            <pc:sldMk cId="1297867335" sldId="841"/>
            <ac:spMk id="2" creationId="{CE54F68B-2B69-8B30-3622-EA2B335860A3}"/>
          </ac:spMkLst>
        </pc:spChg>
        <pc:graphicFrameChg chg="mod">
          <ac:chgData name="Andrew Nzama" userId="a926327f-0c74-423b-91d7-9437b334ead1" providerId="ADAL" clId="{FD0414E7-2984-491B-A072-3BED36FCB3F5}" dt="2025-11-19T06:01:21.768" v="128" actId="20577"/>
          <ac:graphicFrameMkLst>
            <pc:docMk/>
            <pc:sldMk cId="1297867335" sldId="841"/>
            <ac:graphicFrameMk id="8" creationId="{E9AF5DEF-82B2-41C7-B659-7CBED32209C7}"/>
          </ac:graphicFrameMkLst>
        </pc:graphicFrameChg>
      </pc:sldChg>
      <pc:sldChg chg="add mod">
        <pc:chgData name="Andrew Nzama" userId="a926327f-0c74-423b-91d7-9437b334ead1" providerId="ADAL" clId="{FD0414E7-2984-491B-A072-3BED36FCB3F5}" dt="2025-11-19T06:33:16.573" v="277" actId="27918"/>
        <pc:sldMkLst>
          <pc:docMk/>
          <pc:sldMk cId="3541922826" sldId="842"/>
        </pc:sldMkLst>
      </pc:sldChg>
      <pc:sldChg chg="addSp modSp add mod">
        <pc:chgData name="Andrew Nzama" userId="a926327f-0c74-423b-91d7-9437b334ead1" providerId="ADAL" clId="{FD0414E7-2984-491B-A072-3BED36FCB3F5}" dt="2025-11-19T06:33:06.678" v="276" actId="27918"/>
        <pc:sldMkLst>
          <pc:docMk/>
          <pc:sldMk cId="520661880" sldId="843"/>
        </pc:sldMkLst>
        <pc:spChg chg="mod">
          <ac:chgData name="Andrew Nzama" userId="a926327f-0c74-423b-91d7-9437b334ead1" providerId="ADAL" clId="{FD0414E7-2984-491B-A072-3BED36FCB3F5}" dt="2025-11-19T06:13:41.733" v="139"/>
          <ac:spMkLst>
            <pc:docMk/>
            <pc:sldMk cId="520661880" sldId="843"/>
            <ac:spMk id="2" creationId="{CE54F68B-2B69-8B30-3622-EA2B335860A3}"/>
          </ac:spMkLst>
        </pc:spChg>
        <pc:spChg chg="add">
          <ac:chgData name="Andrew Nzama" userId="a926327f-0c74-423b-91d7-9437b334ead1" providerId="ADAL" clId="{FD0414E7-2984-491B-A072-3BED36FCB3F5}" dt="2025-11-19T06:15:20.125" v="187" actId="22"/>
          <ac:spMkLst>
            <pc:docMk/>
            <pc:sldMk cId="520661880" sldId="843"/>
            <ac:spMk id="4" creationId="{2861EA35-54BC-BC55-B608-93BAF71479FB}"/>
          </ac:spMkLst>
        </pc:spChg>
        <pc:graphicFrameChg chg="mod">
          <ac:chgData name="Andrew Nzama" userId="a926327f-0c74-423b-91d7-9437b334ead1" providerId="ADAL" clId="{FD0414E7-2984-491B-A072-3BED36FCB3F5}" dt="2025-11-19T06:14:06.024" v="186" actId="20577"/>
          <ac:graphicFrameMkLst>
            <pc:docMk/>
            <pc:sldMk cId="520661880" sldId="843"/>
            <ac:graphicFrameMk id="8" creationId="{E9AF5DEF-82B2-41C7-B659-7CBED32209C7}"/>
          </ac:graphicFrameMkLst>
        </pc:graphicFrameChg>
      </pc:sldChg>
      <pc:sldChg chg="delSp modSp add mod">
        <pc:chgData name="Andrew Nzama" userId="a926327f-0c74-423b-91d7-9437b334ead1" providerId="ADAL" clId="{FD0414E7-2984-491B-A072-3BED36FCB3F5}" dt="2025-11-19T06:37:01.252" v="349" actId="20577"/>
        <pc:sldMkLst>
          <pc:docMk/>
          <pc:sldMk cId="2641859492" sldId="844"/>
        </pc:sldMkLst>
        <pc:spChg chg="mod">
          <ac:chgData name="Andrew Nzama" userId="a926327f-0c74-423b-91d7-9437b334ead1" providerId="ADAL" clId="{FD0414E7-2984-491B-A072-3BED36FCB3F5}" dt="2025-11-19T06:37:01.252" v="349" actId="20577"/>
          <ac:spMkLst>
            <pc:docMk/>
            <pc:sldMk cId="2641859492" sldId="844"/>
            <ac:spMk id="2" creationId="{CE54F68B-2B69-8B30-3622-EA2B335860A3}"/>
          </ac:spMkLst>
        </pc:spChg>
        <pc:spChg chg="del mod">
          <ac:chgData name="Andrew Nzama" userId="a926327f-0c74-423b-91d7-9437b334ead1" providerId="ADAL" clId="{FD0414E7-2984-491B-A072-3BED36FCB3F5}" dt="2025-11-19T06:30:23.817" v="241" actId="478"/>
          <ac:spMkLst>
            <pc:docMk/>
            <pc:sldMk cId="2641859492" sldId="844"/>
            <ac:spMk id="4" creationId="{2861EA35-54BC-BC55-B608-93BAF71479FB}"/>
          </ac:spMkLst>
        </pc:spChg>
        <pc:graphicFrameChg chg="mod">
          <ac:chgData name="Andrew Nzama" userId="a926327f-0c74-423b-91d7-9437b334ead1" providerId="ADAL" clId="{FD0414E7-2984-491B-A072-3BED36FCB3F5}" dt="2025-11-19T06:32:10.214" v="260" actId="20577"/>
          <ac:graphicFrameMkLst>
            <pc:docMk/>
            <pc:sldMk cId="2641859492" sldId="844"/>
            <ac:graphicFrameMk id="8" creationId="{E9AF5DEF-82B2-41C7-B659-7CBED32209C7}"/>
          </ac:graphicFrameMkLst>
        </pc:graphicFrameChg>
      </pc:sldChg>
      <pc:sldChg chg="delSp modSp add mod">
        <pc:chgData name="Andrew Nzama" userId="a926327f-0c74-423b-91d7-9437b334ead1" providerId="ADAL" clId="{FD0414E7-2984-491B-A072-3BED36FCB3F5}" dt="2025-11-19T06:36:43.813" v="340" actId="20577"/>
        <pc:sldMkLst>
          <pc:docMk/>
          <pc:sldMk cId="2111731352" sldId="845"/>
        </pc:sldMkLst>
        <pc:spChg chg="mod">
          <ac:chgData name="Andrew Nzama" userId="a926327f-0c74-423b-91d7-9437b334ead1" providerId="ADAL" clId="{FD0414E7-2984-491B-A072-3BED36FCB3F5}" dt="2025-11-19T06:36:17.262" v="318" actId="20577"/>
          <ac:spMkLst>
            <pc:docMk/>
            <pc:sldMk cId="2111731352" sldId="845"/>
            <ac:spMk id="2" creationId="{CE54F68B-2B69-8B30-3622-EA2B335860A3}"/>
          </ac:spMkLst>
        </pc:spChg>
        <pc:spChg chg="del mod">
          <ac:chgData name="Andrew Nzama" userId="a926327f-0c74-423b-91d7-9437b334ead1" providerId="ADAL" clId="{FD0414E7-2984-491B-A072-3BED36FCB3F5}" dt="2025-11-19T06:35:35.186" v="287" actId="478"/>
          <ac:spMkLst>
            <pc:docMk/>
            <pc:sldMk cId="2111731352" sldId="845"/>
            <ac:spMk id="4" creationId="{2861EA35-54BC-BC55-B608-93BAF71479FB}"/>
          </ac:spMkLst>
        </pc:spChg>
        <pc:graphicFrameChg chg="mod">
          <ac:chgData name="Andrew Nzama" userId="a926327f-0c74-423b-91d7-9437b334ead1" providerId="ADAL" clId="{FD0414E7-2984-491B-A072-3BED36FCB3F5}" dt="2025-11-19T06:36:43.813" v="340" actId="20577"/>
          <ac:graphicFrameMkLst>
            <pc:docMk/>
            <pc:sldMk cId="2111731352" sldId="845"/>
            <ac:graphicFrameMk id="8" creationId="{E9AF5DEF-82B2-41C7-B659-7CBED32209C7}"/>
          </ac:graphicFrameMkLst>
        </pc:graphicFrameChg>
      </pc:sldChg>
      <pc:sldChg chg="add ord">
        <pc:chgData name="Andrew Nzama" userId="a926327f-0c74-423b-91d7-9437b334ead1" providerId="ADAL" clId="{FD0414E7-2984-491B-A072-3BED36FCB3F5}" dt="2025-11-19T18:00:49.016" v="469"/>
        <pc:sldMkLst>
          <pc:docMk/>
          <pc:sldMk cId="3833253803" sldId="846"/>
        </pc:sldMkLst>
      </pc:sldChg>
      <pc:sldChg chg="new del">
        <pc:chgData name="Andrew Nzama" userId="a926327f-0c74-423b-91d7-9437b334ead1" providerId="ADAL" clId="{FD0414E7-2984-491B-A072-3BED36FCB3F5}" dt="2025-11-19T18:00:37.295" v="466" actId="47"/>
        <pc:sldMkLst>
          <pc:docMk/>
          <pc:sldMk cId="1187488334" sldId="847"/>
        </pc:sldMkLst>
      </pc:sldChg>
      <pc:sldChg chg="modSp new del mod">
        <pc:chgData name="Andrew Nzama" userId="a926327f-0c74-423b-91d7-9437b334ead1" providerId="ADAL" clId="{FD0414E7-2984-491B-A072-3BED36FCB3F5}" dt="2025-11-19T18:01:17.945" v="482" actId="47"/>
        <pc:sldMkLst>
          <pc:docMk/>
          <pc:sldMk cId="1820639186" sldId="847"/>
        </pc:sldMkLst>
        <pc:spChg chg="mod">
          <ac:chgData name="Andrew Nzama" userId="a926327f-0c74-423b-91d7-9437b334ead1" providerId="ADAL" clId="{FD0414E7-2984-491B-A072-3BED36FCB3F5}" dt="2025-11-19T18:01:01.356" v="480" actId="122"/>
          <ac:spMkLst>
            <pc:docMk/>
            <pc:sldMk cId="1820639186" sldId="847"/>
            <ac:spMk id="2" creationId="{5E96A226-91C7-C982-3726-EE29C3E2C9B3}"/>
          </ac:spMkLst>
        </pc:spChg>
      </pc:sldChg>
      <pc:sldChg chg="addSp delSp modSp new mod modClrScheme chgLayout">
        <pc:chgData name="Andrew Nzama" userId="a926327f-0c74-423b-91d7-9437b334ead1" providerId="ADAL" clId="{FD0414E7-2984-491B-A072-3BED36FCB3F5}" dt="2025-11-19T18:06:05.985" v="577" actId="26606"/>
        <pc:sldMkLst>
          <pc:docMk/>
          <pc:sldMk cId="883612398" sldId="848"/>
        </pc:sldMkLst>
        <pc:spChg chg="mod">
          <ac:chgData name="Andrew Nzama" userId="a926327f-0c74-423b-91d7-9437b334ead1" providerId="ADAL" clId="{FD0414E7-2984-491B-A072-3BED36FCB3F5}" dt="2025-11-19T18:06:05.983" v="576" actId="26606"/>
          <ac:spMkLst>
            <pc:docMk/>
            <pc:sldMk cId="883612398" sldId="848"/>
            <ac:spMk id="2" creationId="{B5335089-8713-9D30-4EC0-7D91C5A97AE2}"/>
          </ac:spMkLst>
        </pc:spChg>
        <pc:spChg chg="mod ord">
          <ac:chgData name="Andrew Nzama" userId="a926327f-0c74-423b-91d7-9437b334ead1" providerId="ADAL" clId="{FD0414E7-2984-491B-A072-3BED36FCB3F5}" dt="2025-11-19T18:06:05.985" v="577" actId="26606"/>
          <ac:spMkLst>
            <pc:docMk/>
            <pc:sldMk cId="883612398" sldId="848"/>
            <ac:spMk id="3" creationId="{88AE7098-27EC-2D03-DE28-3ED55AD6AA1B}"/>
          </ac:spMkLst>
        </pc:spChg>
        <pc:spChg chg="add del mod">
          <ac:chgData name="Andrew Nzama" userId="a926327f-0c74-423b-91d7-9437b334ead1" providerId="ADAL" clId="{FD0414E7-2984-491B-A072-3BED36FCB3F5}" dt="2025-11-19T18:05:10.415" v="566" actId="26606"/>
          <ac:spMkLst>
            <pc:docMk/>
            <pc:sldMk cId="883612398" sldId="848"/>
            <ac:spMk id="10" creationId="{A70D2ED9-4266-984D-0922-8C16BD17A849}"/>
          </ac:spMkLst>
        </pc:spChg>
        <pc:spChg chg="add del mod">
          <ac:chgData name="Andrew Nzama" userId="a926327f-0c74-423b-91d7-9437b334ead1" providerId="ADAL" clId="{FD0414E7-2984-491B-A072-3BED36FCB3F5}" dt="2025-11-19T18:06:05.983" v="576" actId="26606"/>
          <ac:spMkLst>
            <pc:docMk/>
            <pc:sldMk cId="883612398" sldId="848"/>
            <ac:spMk id="11" creationId="{DEA1EFC0-7B51-F538-037D-36A42CCBA584}"/>
          </ac:spMkLst>
        </pc:spChg>
        <pc:spChg chg="add del mod">
          <ac:chgData name="Andrew Nzama" userId="a926327f-0c74-423b-91d7-9437b334ead1" providerId="ADAL" clId="{FD0414E7-2984-491B-A072-3BED36FCB3F5}" dt="2025-11-19T18:05:10.415" v="566" actId="26606"/>
          <ac:spMkLst>
            <pc:docMk/>
            <pc:sldMk cId="883612398" sldId="848"/>
            <ac:spMk id="12" creationId="{A6EFC1A9-BA7B-6F7C-BA41-B5FAE48FA746}"/>
          </ac:spMkLst>
        </pc:spChg>
        <pc:spChg chg="add del mod">
          <ac:chgData name="Andrew Nzama" userId="a926327f-0c74-423b-91d7-9437b334ead1" providerId="ADAL" clId="{FD0414E7-2984-491B-A072-3BED36FCB3F5}" dt="2025-11-19T18:06:05.983" v="576" actId="26606"/>
          <ac:spMkLst>
            <pc:docMk/>
            <pc:sldMk cId="883612398" sldId="848"/>
            <ac:spMk id="13" creationId="{82EC2AF5-737B-0D5C-764F-3F48338B8495}"/>
          </ac:spMkLst>
        </pc:spChg>
        <pc:spChg chg="add del mod">
          <ac:chgData name="Andrew Nzama" userId="a926327f-0c74-423b-91d7-9437b334ead1" providerId="ADAL" clId="{FD0414E7-2984-491B-A072-3BED36FCB3F5}" dt="2025-11-19T18:05:10.415" v="566" actId="26606"/>
          <ac:spMkLst>
            <pc:docMk/>
            <pc:sldMk cId="883612398" sldId="848"/>
            <ac:spMk id="14" creationId="{84BF0CDE-5DE8-D250-9BA9-D3B30E8D5070}"/>
          </ac:spMkLst>
        </pc:spChg>
        <pc:spChg chg="add del mod">
          <ac:chgData name="Andrew Nzama" userId="a926327f-0c74-423b-91d7-9437b334ead1" providerId="ADAL" clId="{FD0414E7-2984-491B-A072-3BED36FCB3F5}" dt="2025-11-19T18:06:05.983" v="576" actId="26606"/>
          <ac:spMkLst>
            <pc:docMk/>
            <pc:sldMk cId="883612398" sldId="848"/>
            <ac:spMk id="15" creationId="{C70810F8-A981-E880-DCA5-B5BB9FF9C18D}"/>
          </ac:spMkLst>
        </pc:spChg>
        <pc:spChg chg="add del mod">
          <ac:chgData name="Andrew Nzama" userId="a926327f-0c74-423b-91d7-9437b334ead1" providerId="ADAL" clId="{FD0414E7-2984-491B-A072-3BED36FCB3F5}" dt="2025-11-19T18:05:10.415" v="566" actId="26606"/>
          <ac:spMkLst>
            <pc:docMk/>
            <pc:sldMk cId="883612398" sldId="848"/>
            <ac:spMk id="16" creationId="{2C52FA76-E2CD-D0A9-EB4E-DFBFD2DE4800}"/>
          </ac:spMkLst>
        </pc:spChg>
        <pc:spChg chg="add del mod">
          <ac:chgData name="Andrew Nzama" userId="a926327f-0c74-423b-91d7-9437b334ead1" providerId="ADAL" clId="{FD0414E7-2984-491B-A072-3BED36FCB3F5}" dt="2025-11-19T18:06:05.983" v="576" actId="26606"/>
          <ac:spMkLst>
            <pc:docMk/>
            <pc:sldMk cId="883612398" sldId="848"/>
            <ac:spMk id="17" creationId="{E911EA11-1DA7-AC63-7338-6D241DF7DB58}"/>
          </ac:spMkLst>
        </pc:spChg>
        <pc:spChg chg="add del mod">
          <ac:chgData name="Andrew Nzama" userId="a926327f-0c74-423b-91d7-9437b334ead1" providerId="ADAL" clId="{FD0414E7-2984-491B-A072-3BED36FCB3F5}" dt="2025-11-19T18:05:10.415" v="566" actId="26606"/>
          <ac:spMkLst>
            <pc:docMk/>
            <pc:sldMk cId="883612398" sldId="848"/>
            <ac:spMk id="18" creationId="{CCAA1490-7DE4-33CC-2EBE-5AA445D36272}"/>
          </ac:spMkLst>
        </pc:spChg>
        <pc:spChg chg="add del mod">
          <ac:chgData name="Andrew Nzama" userId="a926327f-0c74-423b-91d7-9437b334ead1" providerId="ADAL" clId="{FD0414E7-2984-491B-A072-3BED36FCB3F5}" dt="2025-11-19T18:06:05.983" v="576" actId="26606"/>
          <ac:spMkLst>
            <pc:docMk/>
            <pc:sldMk cId="883612398" sldId="848"/>
            <ac:spMk id="19" creationId="{3850B206-334F-4ACE-1435-0D8AD39F54C9}"/>
          </ac:spMkLst>
        </pc:spChg>
        <pc:picChg chg="add del mod">
          <ac:chgData name="Andrew Nzama" userId="a926327f-0c74-423b-91d7-9437b334ead1" providerId="ADAL" clId="{FD0414E7-2984-491B-A072-3BED36FCB3F5}" dt="2025-11-19T18:05:30.465" v="571" actId="478"/>
          <ac:picMkLst>
            <pc:docMk/>
            <pc:sldMk cId="883612398" sldId="848"/>
            <ac:picMk id="5" creationId="{A38BD1D3-261A-1FBC-9844-36DC311DE9FD}"/>
          </ac:picMkLst>
        </pc:picChg>
        <pc:picChg chg="add mod">
          <ac:chgData name="Andrew Nzama" userId="a926327f-0c74-423b-91d7-9437b334ead1" providerId="ADAL" clId="{FD0414E7-2984-491B-A072-3BED36FCB3F5}" dt="2025-11-19T18:06:05.985" v="577" actId="26606"/>
          <ac:picMkLst>
            <pc:docMk/>
            <pc:sldMk cId="883612398" sldId="848"/>
            <ac:picMk id="6" creationId="{137E7CF1-199D-7BCA-5CCC-52F2BA77043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Weekly</a:t>
            </a:r>
            <a:r>
              <a:rPr lang="en-ZA" baseline="0" dirty="0"/>
              <a:t> Revenue by Store</a:t>
            </a:r>
            <a:endParaRPr lang="en-Z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10362</c:v>
                </c:pt>
                <c:pt idx="1">
                  <c:v>9743</c:v>
                </c:pt>
                <c:pt idx="2">
                  <c:v>10459</c:v>
                </c:pt>
                <c:pt idx="3">
                  <c:v>10384</c:v>
                </c:pt>
                <c:pt idx="4">
                  <c:v>10342</c:v>
                </c:pt>
                <c:pt idx="5">
                  <c:v>9720</c:v>
                </c:pt>
                <c:pt idx="6">
                  <c:v>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10121</c:v>
                </c:pt>
                <c:pt idx="1">
                  <c:v>10583</c:v>
                </c:pt>
                <c:pt idx="2">
                  <c:v>10078</c:v>
                </c:pt>
                <c:pt idx="3">
                  <c:v>10345</c:v>
                </c:pt>
                <c:pt idx="4">
                  <c:v>10567</c:v>
                </c:pt>
                <c:pt idx="5">
                  <c:v>9773</c:v>
                </c:pt>
                <c:pt idx="6">
                  <c:v>10270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10748</c:v>
                </c:pt>
                <c:pt idx="1">
                  <c:v>10123</c:v>
                </c:pt>
                <c:pt idx="2">
                  <c:v>10088</c:v>
                </c:pt>
                <c:pt idx="3">
                  <c:v>10433</c:v>
                </c:pt>
                <c:pt idx="4">
                  <c:v>10298</c:v>
                </c:pt>
                <c:pt idx="5">
                  <c:v>10121</c:v>
                </c:pt>
                <c:pt idx="6">
                  <c:v>9931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D9-4B06-8670-D21C32772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7675440"/>
        <c:axId val="1317686000"/>
      </c:bar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Monthly Revenue by Location</a:t>
            </a:r>
          </a:p>
        </c:rich>
      </c:tx>
      <c:layout>
        <c:manualLayout>
          <c:xMode val="edge"/>
          <c:yMode val="edge"/>
          <c:x val="0.36983928984557174"/>
          <c:y val="1.53067521337853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"R"#\ ##0.00</c:formatCode>
                <c:ptCount val="3"/>
                <c:pt idx="0">
                  <c:v>27313.660000000076</c:v>
                </c:pt>
                <c:pt idx="1">
                  <c:v>27820.649999999969</c:v>
                </c:pt>
                <c:pt idx="2">
                  <c:v>26543.429999999942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9C-4986-AA2D-25C8F04C5E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Sheet1!$C$2:$C$4</c:f>
              <c:numCache>
                <c:formatCode>"R"#\ ##0.00</c:formatCode>
                <c:ptCount val="3"/>
                <c:pt idx="0">
                  <c:v>25105.340000000077</c:v>
                </c:pt>
                <c:pt idx="1">
                  <c:v>25719.799999999963</c:v>
                </c:pt>
                <c:pt idx="2">
                  <c:v>25320.049999999905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9C-4986-AA2D-25C8F04C5E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Sheet1!$D$2:$D$4</c:f>
              <c:numCache>
                <c:formatCode>"R"#\ ##0.00</c:formatCode>
                <c:ptCount val="3"/>
                <c:pt idx="0">
                  <c:v>32835.430000000029</c:v>
                </c:pt>
                <c:pt idx="1">
                  <c:v>33110.569999999854</c:v>
                </c:pt>
                <c:pt idx="2">
                  <c:v>32888.679999999811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9C-4986-AA2D-25C8F04C5E6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Sheet1!$E$2:$E$4</c:f>
              <c:numCache>
                <c:formatCode>"R"#\ ##0.00</c:formatCode>
                <c:ptCount val="3"/>
                <c:pt idx="0">
                  <c:v>39477.609999999833</c:v>
                </c:pt>
                <c:pt idx="1">
                  <c:v>40304.139999999745</c:v>
                </c:pt>
                <c:pt idx="2">
                  <c:v>39159.329999999653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9C-4986-AA2D-25C8F04C5E6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Sheet1!$F$2:$F$4</c:f>
              <c:numCache>
                <c:formatCode>"R"#\ ##0.00</c:formatCode>
                <c:ptCount val="3"/>
                <c:pt idx="0">
                  <c:v>52428.759999999318</c:v>
                </c:pt>
                <c:pt idx="1">
                  <c:v>52598.929999999375</c:v>
                </c:pt>
                <c:pt idx="2">
                  <c:v>51700.069999999592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9C-4986-AA2D-25C8F04C5E6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Sheet1!$G$2:$G$4</c:f>
              <c:numCache>
                <c:formatCode>"R"#\ ##0.00</c:formatCode>
                <c:ptCount val="3"/>
                <c:pt idx="0">
                  <c:v>55083.109999999266</c:v>
                </c:pt>
                <c:pt idx="1">
                  <c:v>56957.079999999347</c:v>
                </c:pt>
                <c:pt idx="2">
                  <c:v>54445.689999999653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99C-4986-AA2D-25C8F04C5E63}"/>
            </c:ext>
          </c:extLst>
        </c:ser>
        <c:ser>
          <c:idx val="6"/>
          <c:order val="6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99C-4986-AA2D-25C8F04C5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8558160"/>
        <c:axId val="2038558640"/>
      </c:barChart>
      <c:catAx>
        <c:axId val="2038558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558640"/>
        <c:crosses val="autoZero"/>
        <c:auto val="1"/>
        <c:lblAlgn val="ctr"/>
        <c:lblOffset val="100"/>
        <c:noMultiLvlLbl val="0"/>
      </c:catAx>
      <c:valAx>
        <c:axId val="2038558640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558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Monthly Revenue by Product Category</a:t>
            </a:r>
            <a:endParaRPr lang="en-Z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"R"#\ ##0.00</c:formatCode>
                <c:ptCount val="6"/>
                <c:pt idx="0">
                  <c:v>9535.7499999999891</c:v>
                </c:pt>
                <c:pt idx="1">
                  <c:v>9038.8199999999888</c:v>
                </c:pt>
                <c:pt idx="2">
                  <c:v>11902.579999999984</c:v>
                </c:pt>
                <c:pt idx="3">
                  <c:v>14021.699999999981</c:v>
                </c:pt>
                <c:pt idx="4">
                  <c:v>18565.519999999997</c:v>
                </c:pt>
                <c:pt idx="5">
                  <c:v>19251.269999999993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"R"#\ ##0.00</c:formatCode>
                <c:ptCount val="6"/>
                <c:pt idx="0">
                  <c:v>1890</c:v>
                </c:pt>
                <c:pt idx="1">
                  <c:v>1235</c:v>
                </c:pt>
                <c:pt idx="2">
                  <c:v>1801</c:v>
                </c:pt>
                <c:pt idx="3">
                  <c:v>2379</c:v>
                </c:pt>
                <c:pt idx="4">
                  <c:v>2889</c:v>
                </c:pt>
                <c:pt idx="5">
                  <c:v>3413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"R"#\ ##0.00</c:formatCode>
                <c:ptCount val="6"/>
                <c:pt idx="0">
                  <c:v>31256.850000000391</c:v>
                </c:pt>
                <c:pt idx="1">
                  <c:v>29268.950000000281</c:v>
                </c:pt>
                <c:pt idx="2">
                  <c:v>38303.600000000049</c:v>
                </c:pt>
                <c:pt idx="3">
                  <c:v>45971.199999999866</c:v>
                </c:pt>
                <c:pt idx="4">
                  <c:v>60362.849999999278</c:v>
                </c:pt>
                <c:pt idx="5">
                  <c:v>64788.999999999054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D9-4B06-8670-D21C327724C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"R"#\ ##0.00</c:formatCode>
                <c:ptCount val="6"/>
                <c:pt idx="0">
                  <c:v>5245.2499999999982</c:v>
                </c:pt>
                <c:pt idx="1">
                  <c:v>4077.4999999999991</c:v>
                </c:pt>
                <c:pt idx="2">
                  <c:v>5256.1999999999971</c:v>
                </c:pt>
                <c:pt idx="3">
                  <c:v>6824.6999999999971</c:v>
                </c:pt>
                <c:pt idx="4">
                  <c:v>8768.9499999999971</c:v>
                </c:pt>
                <c:pt idx="5">
                  <c:v>9912.6500000000015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41-4CE7-A003-5B2A11423CE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"R"#\ ##0.00</c:formatCode>
                <c:ptCount val="6"/>
                <c:pt idx="0">
                  <c:v>8337.75</c:v>
                </c:pt>
                <c:pt idx="1">
                  <c:v>8132.25</c:v>
                </c:pt>
                <c:pt idx="2">
                  <c:v>10253.5</c:v>
                </c:pt>
                <c:pt idx="3">
                  <c:v>12266.75</c:v>
                </c:pt>
                <c:pt idx="4">
                  <c:v>16319.75</c:v>
                </c:pt>
                <c:pt idx="5">
                  <c:v>17106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41-4CE7-A003-5B2A11423CE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Sheet1!$G$2:$G$7</c:f>
              <c:numCache>
                <c:formatCode>"R"#\ ##0.00</c:formatCode>
                <c:ptCount val="6"/>
                <c:pt idx="0">
                  <c:v>974.4</c:v>
                </c:pt>
                <c:pt idx="1">
                  <c:v>930.39999999999975</c:v>
                </c:pt>
                <c:pt idx="2">
                  <c:v>1171.9999999999898</c:v>
                </c:pt>
                <c:pt idx="3">
                  <c:v>1418.3999999999755</c:v>
                </c:pt>
                <c:pt idx="4">
                  <c:v>1905.5999999999476</c:v>
                </c:pt>
                <c:pt idx="5">
                  <c:v>2007.9999999999429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41-4CE7-A003-5B2A11423CE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Sheet1!$H$2:$H$7</c:f>
              <c:numCache>
                <c:formatCode>"R"#\ ##0.00</c:formatCode>
                <c:ptCount val="6"/>
                <c:pt idx="0">
                  <c:v>1293.8500000000024</c:v>
                </c:pt>
                <c:pt idx="1">
                  <c:v>1277.8500000000024</c:v>
                </c:pt>
                <c:pt idx="2">
                  <c:v>1646.9500000000037</c:v>
                </c:pt>
                <c:pt idx="3">
                  <c:v>1829.1500000000042</c:v>
                </c:pt>
                <c:pt idx="4">
                  <c:v>2395.1500000000005</c:v>
                </c:pt>
                <c:pt idx="5">
                  <c:v>2770.649999999996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41-4CE7-A003-5B2A11423CE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Sheet1!$I$2:$I$7</c:f>
              <c:numCache>
                <c:formatCode>"R"#\ ##0.00</c:formatCode>
                <c:ptCount val="6"/>
                <c:pt idx="0">
                  <c:v>521.94000000000005</c:v>
                </c:pt>
                <c:pt idx="1">
                  <c:v>451.02</c:v>
                </c:pt>
                <c:pt idx="2">
                  <c:v>588.20000000000005</c:v>
                </c:pt>
                <c:pt idx="3">
                  <c:v>873.2300000000007</c:v>
                </c:pt>
                <c:pt idx="4">
                  <c:v>981.09000000000094</c:v>
                </c:pt>
                <c:pt idx="5">
                  <c:v>992.16000000000088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41-4CE7-A003-5B2A11423CE4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Sheet1!$J$2:$J$7</c:f>
              <c:numCache>
                <c:formatCode>"R"#\ ##0.00</c:formatCode>
                <c:ptCount val="6"/>
                <c:pt idx="0">
                  <c:v>22621.949999999961</c:v>
                </c:pt>
                <c:pt idx="1">
                  <c:v>21733.399999999976</c:v>
                </c:pt>
                <c:pt idx="2">
                  <c:v>27910.649999999816</c:v>
                </c:pt>
                <c:pt idx="3">
                  <c:v>33356.94999999975</c:v>
                </c:pt>
                <c:pt idx="4">
                  <c:v>44539.849999999511</c:v>
                </c:pt>
                <c:pt idx="5">
                  <c:v>46243.149999999441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41-4CE7-A003-5B2A11423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7675440"/>
        <c:axId val="1317686000"/>
      </c:bar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0" i="0" u="none" strike="noStrike" kern="1200" baseline="0" dirty="0">
                <a:solidFill>
                  <a:sysClr val="windowText" lastClr="000000">
                    <a:lumMod val="75000"/>
                    <a:lumOff val="25000"/>
                  </a:sysClr>
                </a:solidFill>
              </a:rPr>
              <a:t>Total Revenue by Product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Sheet1!$A$2:$A$30</c:f>
              <c:strCache>
                <c:ptCount val="29"/>
                <c:pt idx="0">
                  <c:v>Barista Espresso</c:v>
                </c:pt>
                <c:pt idx="1">
                  <c:v>Biscotti</c:v>
                </c:pt>
                <c:pt idx="2">
                  <c:v>Black tea</c:v>
                </c:pt>
                <c:pt idx="3">
                  <c:v>Brewed Black tea</c:v>
                </c:pt>
                <c:pt idx="4">
                  <c:v>Brewed Chai tea</c:v>
                </c:pt>
                <c:pt idx="5">
                  <c:v>Brewed Green tea</c:v>
                </c:pt>
                <c:pt idx="6">
                  <c:v>Brewed herbal tea</c:v>
                </c:pt>
                <c:pt idx="7">
                  <c:v>Chai tea</c:v>
                </c:pt>
                <c:pt idx="8">
                  <c:v>Clothing</c:v>
                </c:pt>
                <c:pt idx="9">
                  <c:v>Drinking Chocolate</c:v>
                </c:pt>
                <c:pt idx="10">
                  <c:v>Drip coffee</c:v>
                </c:pt>
                <c:pt idx="11">
                  <c:v>Espresso Beans</c:v>
                </c:pt>
                <c:pt idx="12">
                  <c:v>Gourmet Beans</c:v>
                </c:pt>
                <c:pt idx="13">
                  <c:v>Gourmet brewed coffee</c:v>
                </c:pt>
                <c:pt idx="14">
                  <c:v>Green beans</c:v>
                </c:pt>
                <c:pt idx="15">
                  <c:v>Green tea</c:v>
                </c:pt>
                <c:pt idx="16">
                  <c:v>Herbal tea</c:v>
                </c:pt>
                <c:pt idx="17">
                  <c:v>Hot chocolate</c:v>
                </c:pt>
                <c:pt idx="18">
                  <c:v>House blend Beans</c:v>
                </c:pt>
                <c:pt idx="19">
                  <c:v>Housewares</c:v>
                </c:pt>
                <c:pt idx="20">
                  <c:v>Organic Beans</c:v>
                </c:pt>
                <c:pt idx="21">
                  <c:v>Organic brewed coffee</c:v>
                </c:pt>
                <c:pt idx="22">
                  <c:v>Organic Chocolate</c:v>
                </c:pt>
                <c:pt idx="23">
                  <c:v>Pastry</c:v>
                </c:pt>
                <c:pt idx="24">
                  <c:v>Premium Beans</c:v>
                </c:pt>
                <c:pt idx="25">
                  <c:v>Premium brewed coffee</c:v>
                </c:pt>
                <c:pt idx="26">
                  <c:v>Regular syrup</c:v>
                </c:pt>
                <c:pt idx="27">
                  <c:v>Scone</c:v>
                </c:pt>
                <c:pt idx="28">
                  <c:v>Sugar free syrup</c:v>
                </c:pt>
              </c:strCache>
            </c:strRef>
          </c:cat>
          <c:val>
            <c:numRef>
              <c:f>Sheet1!$B$2:$B$30</c:f>
              <c:numCache>
                <c:formatCode>"R"#,##0.00_);[Red]\("R"#,##0.00\)</c:formatCode>
                <c:ptCount val="29"/>
                <c:pt idx="0">
                  <c:v>91406.2</c:v>
                </c:pt>
                <c:pt idx="1">
                  <c:v>19793.53</c:v>
                </c:pt>
                <c:pt idx="2">
                  <c:v>2711.85</c:v>
                </c:pt>
                <c:pt idx="3">
                  <c:v>47932</c:v>
                </c:pt>
                <c:pt idx="4">
                  <c:v>77081.95</c:v>
                </c:pt>
                <c:pt idx="5">
                  <c:v>23852.5</c:v>
                </c:pt>
                <c:pt idx="6">
                  <c:v>47539.5</c:v>
                </c:pt>
                <c:pt idx="7">
                  <c:v>4301.25</c:v>
                </c:pt>
                <c:pt idx="8">
                  <c:v>6163</c:v>
                </c:pt>
                <c:pt idx="9">
                  <c:v>2728.04</c:v>
                </c:pt>
                <c:pt idx="10">
                  <c:v>31984</c:v>
                </c:pt>
                <c:pt idx="11">
                  <c:v>5560.25</c:v>
                </c:pt>
                <c:pt idx="12">
                  <c:v>6798</c:v>
                </c:pt>
                <c:pt idx="13">
                  <c:v>70034.600000000006</c:v>
                </c:pt>
                <c:pt idx="14">
                  <c:v>1340</c:v>
                </c:pt>
                <c:pt idx="15">
                  <c:v>1470.75</c:v>
                </c:pt>
                <c:pt idx="16">
                  <c:v>2729.75</c:v>
                </c:pt>
                <c:pt idx="17">
                  <c:v>72416</c:v>
                </c:pt>
                <c:pt idx="18">
                  <c:v>3294</c:v>
                </c:pt>
                <c:pt idx="19">
                  <c:v>7444</c:v>
                </c:pt>
                <c:pt idx="20">
                  <c:v>8509.5</c:v>
                </c:pt>
                <c:pt idx="21">
                  <c:v>37746.5</c:v>
                </c:pt>
                <c:pt idx="22">
                  <c:v>1679.6</c:v>
                </c:pt>
                <c:pt idx="23">
                  <c:v>25655.99</c:v>
                </c:pt>
                <c:pt idx="24">
                  <c:v>14583.5</c:v>
                </c:pt>
                <c:pt idx="25">
                  <c:v>38781.15</c:v>
                </c:pt>
                <c:pt idx="26">
                  <c:v>6084.8</c:v>
                </c:pt>
                <c:pt idx="27">
                  <c:v>36866.120000000003</c:v>
                </c:pt>
                <c:pt idx="28">
                  <c:v>2324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EA-4A93-BE77-A33B50ACDF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0056943"/>
        <c:axId val="1200063183"/>
      </c:lineChart>
      <c:catAx>
        <c:axId val="120005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063183"/>
        <c:crosses val="autoZero"/>
        <c:auto val="1"/>
        <c:lblAlgn val="ctr"/>
        <c:lblOffset val="100"/>
        <c:noMultiLvlLbl val="0"/>
      </c:catAx>
      <c:valAx>
        <c:axId val="1200063183"/>
        <c:scaling>
          <c:orientation val="minMax"/>
        </c:scaling>
        <c:delete val="0"/>
        <c:axPos val="l"/>
        <c:numFmt formatCode="&quot;R&quot;#,##0.00_);[Red]\(&quot;R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056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20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Weekly Revenue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"R"#,##0.00_);[Red]\("R"#,##0.00\)</c:formatCode>
                <c:ptCount val="7"/>
                <c:pt idx="0">
                  <c:v>12244.17</c:v>
                </c:pt>
                <c:pt idx="1">
                  <c:v>11542.43</c:v>
                </c:pt>
                <c:pt idx="2">
                  <c:v>11863.82</c:v>
                </c:pt>
                <c:pt idx="3">
                  <c:v>11900.17</c:v>
                </c:pt>
                <c:pt idx="4">
                  <c:v>11902.5</c:v>
                </c:pt>
                <c:pt idx="5">
                  <c:v>11325.1</c:v>
                </c:pt>
                <c:pt idx="6">
                  <c:v>11537.45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"R"#,##0.00_);[Red]\("R"#,##0.00\)</c:formatCode>
                <c:ptCount val="7"/>
                <c:pt idx="0">
                  <c:v>1662</c:v>
                </c:pt>
                <c:pt idx="1">
                  <c:v>2054</c:v>
                </c:pt>
                <c:pt idx="2">
                  <c:v>2209</c:v>
                </c:pt>
                <c:pt idx="3">
                  <c:v>1650</c:v>
                </c:pt>
                <c:pt idx="4">
                  <c:v>1991</c:v>
                </c:pt>
                <c:pt idx="5">
                  <c:v>1948</c:v>
                </c:pt>
                <c:pt idx="6">
                  <c:v>2093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Sheet1!$D$2:$D$8</c:f>
              <c:numCache>
                <c:formatCode>"R"#,##0.00_);[Red]\("R"#,##0.00\)</c:formatCode>
                <c:ptCount val="7"/>
                <c:pt idx="0">
                  <c:v>39322.1</c:v>
                </c:pt>
                <c:pt idx="1">
                  <c:v>38376.5</c:v>
                </c:pt>
                <c:pt idx="2">
                  <c:v>38386.199999999997</c:v>
                </c:pt>
                <c:pt idx="3">
                  <c:v>38993.75</c:v>
                </c:pt>
                <c:pt idx="4">
                  <c:v>39568.25</c:v>
                </c:pt>
                <c:pt idx="5">
                  <c:v>37169.1</c:v>
                </c:pt>
                <c:pt idx="6">
                  <c:v>38136.550000000003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D9-4B06-8670-D21C327724C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Sheet1!$E$2:$E$8</c:f>
              <c:numCache>
                <c:formatCode>"R"#,##0.00_);[Red]\("R"#,##0.00\)</c:formatCode>
                <c:ptCount val="7"/>
                <c:pt idx="0">
                  <c:v>5923</c:v>
                </c:pt>
                <c:pt idx="1">
                  <c:v>6182.55</c:v>
                </c:pt>
                <c:pt idx="2">
                  <c:v>6038.45</c:v>
                </c:pt>
                <c:pt idx="3">
                  <c:v>4691.8</c:v>
                </c:pt>
                <c:pt idx="4">
                  <c:v>5704.35</c:v>
                </c:pt>
                <c:pt idx="5">
                  <c:v>6123.15</c:v>
                </c:pt>
                <c:pt idx="6">
                  <c:v>5421.95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E-4C8A-89EA-0CB0D88F01E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Sheet1!$F$2:$F$8</c:f>
              <c:numCache>
                <c:formatCode>"R"#,##0.00_);[Red]\("R"#,##0.00\)</c:formatCode>
                <c:ptCount val="7"/>
                <c:pt idx="0">
                  <c:v>10809.5</c:v>
                </c:pt>
                <c:pt idx="1">
                  <c:v>10084.5</c:v>
                </c:pt>
                <c:pt idx="2">
                  <c:v>10217.5</c:v>
                </c:pt>
                <c:pt idx="3">
                  <c:v>10941.75</c:v>
                </c:pt>
                <c:pt idx="4">
                  <c:v>10152.5</c:v>
                </c:pt>
                <c:pt idx="5">
                  <c:v>10103</c:v>
                </c:pt>
                <c:pt idx="6">
                  <c:v>10107.25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1E-4C8A-89EA-0CB0D88F01E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Sheet1!$G$2:$G$8</c:f>
              <c:numCache>
                <c:formatCode>"R"#,##0.00_);[Red]\("R"#,##0.00\)</c:formatCode>
                <c:ptCount val="7"/>
                <c:pt idx="0">
                  <c:v>1155.2</c:v>
                </c:pt>
                <c:pt idx="1">
                  <c:v>1292</c:v>
                </c:pt>
                <c:pt idx="2">
                  <c:v>1221.5999999999999</c:v>
                </c:pt>
                <c:pt idx="3">
                  <c:v>1074.4000000000001</c:v>
                </c:pt>
                <c:pt idx="4">
                  <c:v>1263.2</c:v>
                </c:pt>
                <c:pt idx="5">
                  <c:v>1216</c:v>
                </c:pt>
                <c:pt idx="6">
                  <c:v>1186.4000000000001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1E-4C8A-89EA-0CB0D88F01E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Sheet1!$H$2:$H$8</c:f>
              <c:numCache>
                <c:formatCode>"R"#,##0.00_);[Red]\("R"#,##0.00\)</c:formatCode>
                <c:ptCount val="7"/>
                <c:pt idx="0">
                  <c:v>1491.6</c:v>
                </c:pt>
                <c:pt idx="1">
                  <c:v>1644.9</c:v>
                </c:pt>
                <c:pt idx="2">
                  <c:v>1650.45</c:v>
                </c:pt>
                <c:pt idx="3">
                  <c:v>1620.35</c:v>
                </c:pt>
                <c:pt idx="4">
                  <c:v>1685.85</c:v>
                </c:pt>
                <c:pt idx="5">
                  <c:v>1478.1</c:v>
                </c:pt>
                <c:pt idx="6">
                  <c:v>1642.35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1E-4C8A-89EA-0CB0D88F01E0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Sheet1!$I$2:$I$8</c:f>
              <c:numCache>
                <c:formatCode>"R"#,##0.00_);[Red]\("R"#,##0.00\)</c:formatCode>
                <c:ptCount val="7"/>
                <c:pt idx="0">
                  <c:v>543.01</c:v>
                </c:pt>
                <c:pt idx="1">
                  <c:v>634.05999999999995</c:v>
                </c:pt>
                <c:pt idx="2">
                  <c:v>626.87</c:v>
                </c:pt>
                <c:pt idx="3">
                  <c:v>723.11</c:v>
                </c:pt>
                <c:pt idx="4">
                  <c:v>593.4</c:v>
                </c:pt>
                <c:pt idx="5">
                  <c:v>543.67999999999995</c:v>
                </c:pt>
                <c:pt idx="6">
                  <c:v>743.51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1E-4C8A-89EA-0CB0D88F01E0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Sheet1!$J$2:$J$8</c:f>
              <c:numCache>
                <c:formatCode>"R"#,##0.00_);[Red]\("R"#,##0.00\)</c:formatCode>
                <c:ptCount val="7"/>
                <c:pt idx="0">
                  <c:v>28526.7</c:v>
                </c:pt>
                <c:pt idx="1">
                  <c:v>27645</c:v>
                </c:pt>
                <c:pt idx="2">
                  <c:v>28099.65</c:v>
                </c:pt>
                <c:pt idx="3">
                  <c:v>29172.45</c:v>
                </c:pt>
                <c:pt idx="4">
                  <c:v>28511.95</c:v>
                </c:pt>
                <c:pt idx="5">
                  <c:v>26988.35</c:v>
                </c:pt>
                <c:pt idx="6">
                  <c:v>27461.85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91E-4C8A-89EA-0CB0D88F0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7675440"/>
        <c:axId val="1317686000"/>
      </c:bar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numFmt formatCode="&quot;R&quot;#,##0.00_);[Red]\(&quot;R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20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Quantity Sold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TOTAL_QUANTITY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 Coffee </c:v>
                </c:pt>
                <c:pt idx="1">
                  <c:v> Tea </c:v>
                </c:pt>
                <c:pt idx="2">
                  <c:v> Bakery </c:v>
                </c:pt>
                <c:pt idx="3">
                  <c:v> Drinking Chocolate </c:v>
                </c:pt>
                <c:pt idx="4">
                  <c:v> Flavours </c:v>
                </c:pt>
                <c:pt idx="5">
                  <c:v> Coffee beans </c:v>
                </c:pt>
                <c:pt idx="6">
                  <c:v> Loose Tea </c:v>
                </c:pt>
                <c:pt idx="7">
                  <c:v> Branded </c:v>
                </c:pt>
                <c:pt idx="8">
                  <c:v> Packaged Chocolate </c:v>
                </c:pt>
              </c:strCache>
            </c:strRef>
          </c:cat>
          <c:val>
            <c:numRef>
              <c:f>Sheet1!$B$2:$B$10</c:f>
              <c:numCache>
                <c:formatCode>_(* #,##0.00_);_(* \(#,##0.00\);_(* "-"??_);_(@_)</c:formatCode>
                <c:ptCount val="9"/>
                <c:pt idx="0">
                  <c:v>89250</c:v>
                </c:pt>
                <c:pt idx="1">
                  <c:v>69737</c:v>
                </c:pt>
                <c:pt idx="2">
                  <c:v>23214</c:v>
                </c:pt>
                <c:pt idx="3">
                  <c:v>17457</c:v>
                </c:pt>
                <c:pt idx="4">
                  <c:v>10511</c:v>
                </c:pt>
                <c:pt idx="5">
                  <c:v>1828</c:v>
                </c:pt>
                <c:pt idx="6">
                  <c:v>1210</c:v>
                </c:pt>
                <c:pt idx="7">
                  <c:v>776</c:v>
                </c:pt>
                <c:pt idx="8">
                  <c:v>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TOTAL_REVENUE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 Coffee </c:v>
                </c:pt>
                <c:pt idx="1">
                  <c:v> Tea </c:v>
                </c:pt>
                <c:pt idx="2">
                  <c:v> Bakery </c:v>
                </c:pt>
                <c:pt idx="3">
                  <c:v> Drinking Chocolate </c:v>
                </c:pt>
                <c:pt idx="4">
                  <c:v> Flavours </c:v>
                </c:pt>
                <c:pt idx="5">
                  <c:v> Coffee beans </c:v>
                </c:pt>
                <c:pt idx="6">
                  <c:v> Loose Tea </c:v>
                </c:pt>
                <c:pt idx="7">
                  <c:v> Branded </c:v>
                </c:pt>
                <c:pt idx="8">
                  <c:v> Packaged Chocolate </c:v>
                </c:pt>
              </c:strCache>
            </c:strRef>
          </c:cat>
          <c:val>
            <c:numRef>
              <c:f>Sheet1!$C$2:$C$10</c:f>
              <c:numCache>
                <c:formatCode>"R"#\ ##0.00</c:formatCode>
                <c:ptCount val="9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8408.7999999999993</c:v>
                </c:pt>
                <c:pt idx="5">
                  <c:v>40085.25</c:v>
                </c:pt>
                <c:pt idx="6">
                  <c:v>11213.6</c:v>
                </c:pt>
                <c:pt idx="7">
                  <c:v>13607</c:v>
                </c:pt>
                <c:pt idx="8">
                  <c:v>4407.6400000000003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317675440"/>
        <c:axId val="1317686000"/>
      </c:bar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20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Weekly Revenue by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Bakery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"R"#,##0.00_);[Red]\("R"#,##0.00\)</c:formatCode>
                <c:ptCount val="7"/>
                <c:pt idx="0">
                  <c:v>12244.17</c:v>
                </c:pt>
                <c:pt idx="1">
                  <c:v>11542.43</c:v>
                </c:pt>
                <c:pt idx="2">
                  <c:v>11863.82</c:v>
                </c:pt>
                <c:pt idx="3">
                  <c:v>11900.17</c:v>
                </c:pt>
                <c:pt idx="4">
                  <c:v>11902.5</c:v>
                </c:pt>
                <c:pt idx="5">
                  <c:v>11325.1</c:v>
                </c:pt>
                <c:pt idx="6">
                  <c:v>11537.45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Branded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"R"#,##0.00_);[Red]\("R"#,##0.00\)</c:formatCode>
                <c:ptCount val="7"/>
                <c:pt idx="0">
                  <c:v>1662</c:v>
                </c:pt>
                <c:pt idx="1">
                  <c:v>2054</c:v>
                </c:pt>
                <c:pt idx="2">
                  <c:v>2209</c:v>
                </c:pt>
                <c:pt idx="3">
                  <c:v>1650</c:v>
                </c:pt>
                <c:pt idx="4">
                  <c:v>1991</c:v>
                </c:pt>
                <c:pt idx="5">
                  <c:v>1948</c:v>
                </c:pt>
                <c:pt idx="6">
                  <c:v>2093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Coffee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Sheet1!$D$2:$D$8</c:f>
              <c:numCache>
                <c:formatCode>"R"#,##0.00_);[Red]\("R"#,##0.00\)</c:formatCode>
                <c:ptCount val="7"/>
                <c:pt idx="0">
                  <c:v>39322.1</c:v>
                </c:pt>
                <c:pt idx="1">
                  <c:v>38376.5</c:v>
                </c:pt>
                <c:pt idx="2">
                  <c:v>38386.199999999997</c:v>
                </c:pt>
                <c:pt idx="3">
                  <c:v>38993.75</c:v>
                </c:pt>
                <c:pt idx="4">
                  <c:v>39568.25</c:v>
                </c:pt>
                <c:pt idx="5">
                  <c:v>37169.1</c:v>
                </c:pt>
                <c:pt idx="6">
                  <c:v>38136.550000000003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D9-4B06-8670-D21C327724C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Coffee beans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Sheet1!$E$2:$E$8</c:f>
              <c:numCache>
                <c:formatCode>"R"#,##0.00_);[Red]\("R"#,##0.00\)</c:formatCode>
                <c:ptCount val="7"/>
                <c:pt idx="0">
                  <c:v>5923</c:v>
                </c:pt>
                <c:pt idx="1">
                  <c:v>6182.55</c:v>
                </c:pt>
                <c:pt idx="2">
                  <c:v>6038.45</c:v>
                </c:pt>
                <c:pt idx="3">
                  <c:v>4691.8</c:v>
                </c:pt>
                <c:pt idx="4">
                  <c:v>5704.35</c:v>
                </c:pt>
                <c:pt idx="5">
                  <c:v>6123.15</c:v>
                </c:pt>
                <c:pt idx="6">
                  <c:v>5421.95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E-4C8A-89EA-0CB0D88F01E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Drinking Chocolate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Sheet1!$F$2:$F$8</c:f>
              <c:numCache>
                <c:formatCode>"R"#,##0.00_);[Red]\("R"#,##0.00\)</c:formatCode>
                <c:ptCount val="7"/>
                <c:pt idx="0">
                  <c:v>10809.5</c:v>
                </c:pt>
                <c:pt idx="1">
                  <c:v>10084.5</c:v>
                </c:pt>
                <c:pt idx="2">
                  <c:v>10217.5</c:v>
                </c:pt>
                <c:pt idx="3">
                  <c:v>10941.75</c:v>
                </c:pt>
                <c:pt idx="4">
                  <c:v>10152.5</c:v>
                </c:pt>
                <c:pt idx="5">
                  <c:v>10103</c:v>
                </c:pt>
                <c:pt idx="6">
                  <c:v>10107.25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1E-4C8A-89EA-0CB0D88F01E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Flavours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Sheet1!$G$2:$G$8</c:f>
              <c:numCache>
                <c:formatCode>"R"#,##0.00_);[Red]\("R"#,##0.00\)</c:formatCode>
                <c:ptCount val="7"/>
                <c:pt idx="0">
                  <c:v>1155.2</c:v>
                </c:pt>
                <c:pt idx="1">
                  <c:v>1292</c:v>
                </c:pt>
                <c:pt idx="2">
                  <c:v>1221.5999999999999</c:v>
                </c:pt>
                <c:pt idx="3">
                  <c:v>1074.4000000000001</c:v>
                </c:pt>
                <c:pt idx="4">
                  <c:v>1263.2</c:v>
                </c:pt>
                <c:pt idx="5">
                  <c:v>1216</c:v>
                </c:pt>
                <c:pt idx="6">
                  <c:v>1186.4000000000001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1E-4C8A-89EA-0CB0D88F01E0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Loose Tea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Sheet1!$H$2:$H$8</c:f>
              <c:numCache>
                <c:formatCode>"R"#,##0.00_);[Red]\("R"#,##0.00\)</c:formatCode>
                <c:ptCount val="7"/>
                <c:pt idx="0">
                  <c:v>1491.6</c:v>
                </c:pt>
                <c:pt idx="1">
                  <c:v>1644.9</c:v>
                </c:pt>
                <c:pt idx="2">
                  <c:v>1650.45</c:v>
                </c:pt>
                <c:pt idx="3">
                  <c:v>1620.35</c:v>
                </c:pt>
                <c:pt idx="4">
                  <c:v>1685.85</c:v>
                </c:pt>
                <c:pt idx="5">
                  <c:v>1478.1</c:v>
                </c:pt>
                <c:pt idx="6">
                  <c:v>1642.35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1E-4C8A-89EA-0CB0D88F01E0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Packaged Chocolate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Sheet1!$I$2:$I$8</c:f>
              <c:numCache>
                <c:formatCode>"R"#,##0.00_);[Red]\("R"#,##0.00\)</c:formatCode>
                <c:ptCount val="7"/>
                <c:pt idx="0">
                  <c:v>543.01</c:v>
                </c:pt>
                <c:pt idx="1">
                  <c:v>634.05999999999995</c:v>
                </c:pt>
                <c:pt idx="2">
                  <c:v>626.87</c:v>
                </c:pt>
                <c:pt idx="3">
                  <c:v>723.11</c:v>
                </c:pt>
                <c:pt idx="4">
                  <c:v>593.4</c:v>
                </c:pt>
                <c:pt idx="5">
                  <c:v>543.67999999999995</c:v>
                </c:pt>
                <c:pt idx="6">
                  <c:v>743.51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1E-4C8A-89EA-0CB0D88F01E0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Tea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Sheet1!$J$2:$J$8</c:f>
              <c:numCache>
                <c:formatCode>"R"#,##0.00_);[Red]\("R"#,##0.00\)</c:formatCode>
                <c:ptCount val="7"/>
                <c:pt idx="0">
                  <c:v>28526.7</c:v>
                </c:pt>
                <c:pt idx="1">
                  <c:v>27645</c:v>
                </c:pt>
                <c:pt idx="2">
                  <c:v>28099.65</c:v>
                </c:pt>
                <c:pt idx="3">
                  <c:v>29172.45</c:v>
                </c:pt>
                <c:pt idx="4">
                  <c:v>28511.95</c:v>
                </c:pt>
                <c:pt idx="5">
                  <c:v>26988.35</c:v>
                </c:pt>
                <c:pt idx="6">
                  <c:v>27461.85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91E-4C8A-89EA-0CB0D88F0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7675440"/>
        <c:axId val="1317686000"/>
      </c:bar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numFmt formatCode="&quot;R&quot;#,##0.00_);[Red]\(&quot;R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20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Top 10 Selling Products – Quantity vs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TOTAL_QUANTITY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Our Old Time Diner Blend Sm</c:v>
                </c:pt>
                <c:pt idx="1">
                  <c:v>Serenity Green Tea Rg</c:v>
                </c:pt>
                <c:pt idx="2">
                  <c:v>Traditional Blend Chai Rg</c:v>
                </c:pt>
                <c:pt idx="3">
                  <c:v>Columbian Medium Roast Rg</c:v>
                </c:pt>
                <c:pt idx="4">
                  <c:v>Peppermint Rg</c:v>
                </c:pt>
                <c:pt idx="5">
                  <c:v>Morning Sunrise Chai Rg</c:v>
                </c:pt>
                <c:pt idx="6">
                  <c:v>Earl Grey Rg</c:v>
                </c:pt>
                <c:pt idx="7">
                  <c:v>Latte</c:v>
                </c:pt>
                <c:pt idx="8">
                  <c:v>Latte Rg</c:v>
                </c:pt>
                <c:pt idx="9">
                  <c:v>Dark chocolate Lg</c:v>
                </c:pt>
              </c:strCache>
            </c:strRef>
          </c:cat>
          <c:val>
            <c:numRef>
              <c:f>Sheet1!$B$2:$B$11</c:f>
              <c:numCache>
                <c:formatCode>_(* #,##0.00_);_(* \(#,##0.00\);_(* "-"??_);_(@_)</c:formatCode>
                <c:ptCount val="10"/>
                <c:pt idx="0">
                  <c:v>4484</c:v>
                </c:pt>
                <c:pt idx="1">
                  <c:v>4477</c:v>
                </c:pt>
                <c:pt idx="2">
                  <c:v>4512</c:v>
                </c:pt>
                <c:pt idx="3">
                  <c:v>4547</c:v>
                </c:pt>
                <c:pt idx="4">
                  <c:v>4564</c:v>
                </c:pt>
                <c:pt idx="5">
                  <c:v>4643</c:v>
                </c:pt>
                <c:pt idx="6">
                  <c:v>4708</c:v>
                </c:pt>
                <c:pt idx="7">
                  <c:v>4602</c:v>
                </c:pt>
                <c:pt idx="8">
                  <c:v>4497</c:v>
                </c:pt>
                <c:pt idx="9">
                  <c:v>4668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TOTAL_REVENUE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Our Old Time Diner Blend Sm</c:v>
                </c:pt>
                <c:pt idx="1">
                  <c:v>Serenity Green Tea Rg</c:v>
                </c:pt>
                <c:pt idx="2">
                  <c:v>Traditional Blend Chai Rg</c:v>
                </c:pt>
                <c:pt idx="3">
                  <c:v>Columbian Medium Roast Rg</c:v>
                </c:pt>
                <c:pt idx="4">
                  <c:v>Peppermint Rg</c:v>
                </c:pt>
                <c:pt idx="5">
                  <c:v>Morning Sunrise Chai Rg</c:v>
                </c:pt>
                <c:pt idx="6">
                  <c:v>Earl Grey Rg</c:v>
                </c:pt>
                <c:pt idx="7">
                  <c:v>Latte</c:v>
                </c:pt>
                <c:pt idx="8">
                  <c:v>Latte Rg</c:v>
                </c:pt>
                <c:pt idx="9">
                  <c:v>Dark chocolate Lg</c:v>
                </c:pt>
              </c:strCache>
            </c:strRef>
          </c:cat>
          <c:val>
            <c:numRef>
              <c:f>Sheet1!$C$2:$C$11</c:f>
              <c:numCache>
                <c:formatCode>"R"#\ ##0.00</c:formatCode>
                <c:ptCount val="10"/>
                <c:pt idx="0">
                  <c:v>8968</c:v>
                </c:pt>
                <c:pt idx="1">
                  <c:v>11192.5</c:v>
                </c:pt>
                <c:pt idx="2">
                  <c:v>11280</c:v>
                </c:pt>
                <c:pt idx="3">
                  <c:v>11367.5</c:v>
                </c:pt>
                <c:pt idx="4">
                  <c:v>11410</c:v>
                </c:pt>
                <c:pt idx="5">
                  <c:v>11607.5</c:v>
                </c:pt>
                <c:pt idx="6">
                  <c:v>11770</c:v>
                </c:pt>
                <c:pt idx="7">
                  <c:v>17257.5</c:v>
                </c:pt>
                <c:pt idx="8">
                  <c:v>19112.25</c:v>
                </c:pt>
                <c:pt idx="9">
                  <c:v>21006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7675440"/>
        <c:axId val="1317686000"/>
      </c:line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20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TOTAL_REVENUE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55-4F48-A55A-B809C350A236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55-4F48-A55A-B809C350A236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755-4F48-A55A-B809C350A23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"R"#\ ##0.00</c:formatCod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TOTAL_QUANTITY 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755-4F48-A55A-B809C350A236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755-4F48-A55A-B809C350A236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755-4F48-A55A-B809C350A236}"/>
              </c:ext>
            </c:extLst>
          </c:dPt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Sheet1!$C$2:$C$4</c:f>
              <c:numCache>
                <c:formatCode>_-* #\ ##0.00_-;\-* #\ ##0.00_-;_-* "-"??_-;_-@_-</c:formatCode>
                <c:ptCount val="3"/>
                <c:pt idx="0">
                  <c:v>71737</c:v>
                </c:pt>
                <c:pt idx="1">
                  <c:v>70991</c:v>
                </c:pt>
                <c:pt idx="2">
                  <c:v>71742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20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Worst Performing Product by Product Detail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PRODUCT_DETAIL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Packaged Chocolate</c:v>
                </c:pt>
                <c:pt idx="1">
                  <c:v>Loose Tea</c:v>
                </c:pt>
                <c:pt idx="2">
                  <c:v>Loose Tea</c:v>
                </c:pt>
                <c:pt idx="3">
                  <c:v>Coffee beans</c:v>
                </c:pt>
                <c:pt idx="4">
                  <c:v>Loose Tea</c:v>
                </c:pt>
                <c:pt idx="5">
                  <c:v>Loose Tea</c:v>
                </c:pt>
                <c:pt idx="6">
                  <c:v>Loose Tea</c:v>
                </c:pt>
                <c:pt idx="7">
                  <c:v>Loose Tea</c:v>
                </c:pt>
                <c:pt idx="8">
                  <c:v>Loose Tea</c:v>
                </c:pt>
                <c:pt idx="9">
                  <c:v>Loose Tea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D9-4B06-8670-D21C32772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TOTAL_REVENUE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Packaged Chocolate</c:v>
                </c:pt>
                <c:pt idx="1">
                  <c:v>Loose Tea</c:v>
                </c:pt>
                <c:pt idx="2">
                  <c:v>Loose Tea</c:v>
                </c:pt>
                <c:pt idx="3">
                  <c:v>Coffee beans</c:v>
                </c:pt>
                <c:pt idx="4">
                  <c:v>Loose Tea</c:v>
                </c:pt>
                <c:pt idx="5">
                  <c:v>Loose Tea</c:v>
                </c:pt>
                <c:pt idx="6">
                  <c:v>Loose Tea</c:v>
                </c:pt>
                <c:pt idx="7">
                  <c:v>Loose Tea</c:v>
                </c:pt>
                <c:pt idx="8">
                  <c:v>Loose Tea</c:v>
                </c:pt>
                <c:pt idx="9">
                  <c:v>Loose Tea</c:v>
                </c:pt>
              </c:strCache>
            </c:strRef>
          </c:cat>
          <c:val>
            <c:numRef>
              <c:f>Sheet1!$C$2:$C$11</c:f>
              <c:numCache>
                <c:formatCode>"R"#\ ##0.00</c:formatCode>
                <c:ptCount val="10"/>
                <c:pt idx="0">
                  <c:v>755.2</c:v>
                </c:pt>
                <c:pt idx="1">
                  <c:v>1270.9000000000001</c:v>
                </c:pt>
                <c:pt idx="2">
                  <c:v>1335.9</c:v>
                </c:pt>
                <c:pt idx="3">
                  <c:v>1340</c:v>
                </c:pt>
                <c:pt idx="4">
                  <c:v>1360.4</c:v>
                </c:pt>
                <c:pt idx="5">
                  <c:v>1369.35</c:v>
                </c:pt>
                <c:pt idx="6">
                  <c:v>1369.35</c:v>
                </c:pt>
                <c:pt idx="7">
                  <c:v>1440.95</c:v>
                </c:pt>
                <c:pt idx="8">
                  <c:v>1470.75</c:v>
                </c:pt>
                <c:pt idx="9">
                  <c:v>1596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D9-4B06-8670-D21C327724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TOTAL_QUANTITY 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Packaged Chocolate</c:v>
                </c:pt>
                <c:pt idx="1">
                  <c:v>Loose Tea</c:v>
                </c:pt>
                <c:pt idx="2">
                  <c:v>Loose Tea</c:v>
                </c:pt>
                <c:pt idx="3">
                  <c:v>Coffee beans</c:v>
                </c:pt>
                <c:pt idx="4">
                  <c:v>Loose Tea</c:v>
                </c:pt>
                <c:pt idx="5">
                  <c:v>Loose Tea</c:v>
                </c:pt>
                <c:pt idx="6">
                  <c:v>Loose Tea</c:v>
                </c:pt>
                <c:pt idx="7">
                  <c:v>Loose Tea</c:v>
                </c:pt>
                <c:pt idx="8">
                  <c:v>Loose Tea</c:v>
                </c:pt>
                <c:pt idx="9">
                  <c:v>Loose Tea</c:v>
                </c:pt>
              </c:strCache>
            </c:strRef>
          </c:cat>
          <c:val>
            <c:numRef>
              <c:f>Sheet1!$D$2:$D$11</c:f>
              <c:numCache>
                <c:formatCode>_(* #,##0.00_);_(* \(#,##0.00\);_(* "-"??_);_(@_)</c:formatCode>
                <c:ptCount val="10"/>
                <c:pt idx="0">
                  <c:v>118</c:v>
                </c:pt>
                <c:pt idx="1">
                  <c:v>142</c:v>
                </c:pt>
                <c:pt idx="2">
                  <c:v>122</c:v>
                </c:pt>
                <c:pt idx="3">
                  <c:v>134</c:v>
                </c:pt>
                <c:pt idx="4">
                  <c:v>152</c:v>
                </c:pt>
                <c:pt idx="5">
                  <c:v>153</c:v>
                </c:pt>
                <c:pt idx="6">
                  <c:v>153</c:v>
                </c:pt>
                <c:pt idx="7">
                  <c:v>161</c:v>
                </c:pt>
                <c:pt idx="8">
                  <c:v>159</c:v>
                </c:pt>
                <c:pt idx="9">
                  <c:v>168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9B-41EA-8BF1-D4B30BF437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7675440"/>
        <c:axId val="1317686000"/>
      </c:lineChart>
      <c:catAx>
        <c:axId val="131767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86000"/>
        <c:crosses val="autoZero"/>
        <c:auto val="1"/>
        <c:lblAlgn val="ctr"/>
        <c:lblOffset val="100"/>
        <c:noMultiLvlLbl val="0"/>
      </c:catAx>
      <c:valAx>
        <c:axId val="1317686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767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20ABC-E11D-42B4-A428-76B2C5BC0052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EED04-A4F0-49ED-B42E-211B56474E8D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20CB7-DCA5-4E5B-97F1-300CDD8D2A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48351"/>
            <a:ext cx="10515600" cy="762338"/>
          </a:xfrm>
        </p:spPr>
        <p:txBody>
          <a:bodyPr>
            <a:normAutofit/>
          </a:bodyPr>
          <a:lstStyle>
            <a:lvl1pPr algn="ctr">
              <a:defRPr sz="1800" b="1" cap="all" spc="60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81500" y="1500330"/>
            <a:ext cx="3429000" cy="325526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58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3784" y="1017127"/>
            <a:ext cx="3259239" cy="638050"/>
          </a:xfrm>
        </p:spPr>
        <p:txBody>
          <a:bodyPr tIns="0" bIns="0" anchor="b">
            <a:normAutofit/>
          </a:bodyPr>
          <a:lstStyle>
            <a:lvl1pPr algn="l">
              <a:lnSpc>
                <a:spcPct val="7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C420D7-C2DD-AA2E-0967-246BCAC712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3784" y="1667337"/>
            <a:ext cx="3259138" cy="1635155"/>
          </a:xfrm>
        </p:spPr>
        <p:txBody>
          <a:bodyPr tIns="0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6643" y="-1"/>
            <a:ext cx="6146157" cy="3452149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CA433-95E2-FC02-373D-296793B7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59533" y="1"/>
            <a:ext cx="1232467" cy="34521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34D26-5CDD-1D72-F4F5-4E8F2E8A7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52149"/>
            <a:ext cx="1232467" cy="3405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6049" y="3452149"/>
            <a:ext cx="6146157" cy="3423213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8165" y="3831219"/>
            <a:ext cx="2719830" cy="2638706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7313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1999" cy="1649977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012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012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FEE9A33-86BC-1ACB-FD12-3D125D7AC6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6752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752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C8324F-73B9-5F50-2F8B-86B0683A48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046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83046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0371E6D-BAFA-5426-4D03-3E4D6EA4E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8563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8563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D35E594-AF24-811C-7ECB-E0BC86C3A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14079" y="2494034"/>
            <a:ext cx="1849061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14079" y="3151488"/>
            <a:ext cx="1849061" cy="1076446"/>
          </a:xfrm>
          <a:solidFill>
            <a:schemeClr val="accent1">
              <a:alpha val="25000"/>
            </a:schemeClr>
          </a:solidFill>
        </p:spPr>
        <p:txBody>
          <a:bodyPr lIns="182880" tIns="0" rIns="18288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ED80DC6-E45B-98F5-D668-F7E0728080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33104" y="4942244"/>
            <a:ext cx="3345083" cy="642687"/>
          </a:xfrm>
          <a:solidFill>
            <a:schemeClr val="accent1"/>
          </a:solidFill>
        </p:spPr>
        <p:txBody>
          <a:bodyPr lIns="274320" tIns="0" rIns="27432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748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900221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706FB3F8-975F-CDE6-AD5A-41A6C4AEFA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011" y="1204943"/>
            <a:ext cx="10252763" cy="356556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38306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chart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3E7ECCC-BD1E-CBCA-E8C4-9C7A044050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4504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168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Chart Placeholder 23">
            <a:extLst>
              <a:ext uri="{FF2B5EF4-FFF2-40B4-BE49-F238E27FC236}">
                <a16:creationId xmlns:a16="http://schemas.microsoft.com/office/drawing/2014/main" id="{EAFEEDA8-9219-BD40-C230-E92998E15A23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025009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chart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20430E8-C9E5-7571-B3E8-A14938C6E4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5617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9A1158-8509-9A92-5B8F-B87303ABC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55280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Chart Placeholder 23">
            <a:extLst>
              <a:ext uri="{FF2B5EF4-FFF2-40B4-BE49-F238E27FC236}">
                <a16:creationId xmlns:a16="http://schemas.microsoft.com/office/drawing/2014/main" id="{9C9FDEE4-E778-B309-F78A-B097A62D3B1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216862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chart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3608-9448-F8A1-E942-E798931A98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06729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64B4E6B-794C-37E8-8DD5-B039832950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6392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Chart Placeholder 23">
            <a:extLst>
              <a:ext uri="{FF2B5EF4-FFF2-40B4-BE49-F238E27FC236}">
                <a16:creationId xmlns:a16="http://schemas.microsoft.com/office/drawing/2014/main" id="{4B5D9EAC-E1E4-971C-4DCF-F4BA495E30D6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403565" y="1701800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chart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052DFEB-4583-7D49-EB81-F63A70289A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97841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B8342D6-37CA-33AA-29B9-2FEB001504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7504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1" name="Chart Placeholder 23">
            <a:extLst>
              <a:ext uri="{FF2B5EF4-FFF2-40B4-BE49-F238E27FC236}">
                <a16:creationId xmlns:a16="http://schemas.microsoft.com/office/drawing/2014/main" id="{8D104B7B-2C5C-79FE-3E90-69E9EE2BD36B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9602753" y="1692604"/>
            <a:ext cx="1700784" cy="153619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/>
              <a:t>Click icon to add chart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0F91EA5-D9F1-14B5-2383-469320ED89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88952" y="2139357"/>
            <a:ext cx="928389" cy="642687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DADD4CA-04B2-8363-1058-E2EEB4A1B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615" y="3174638"/>
            <a:ext cx="1849061" cy="459076"/>
          </a:xfrm>
          <a:noFill/>
        </p:spPr>
        <p:txBody>
          <a:bodyPr lIns="91440" tIns="9144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18570" y="3865563"/>
            <a:ext cx="10186205" cy="224631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188" y="1806487"/>
            <a:ext cx="4932625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2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26F2423-DF97-D100-BE6D-29D9EE15B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9613" y="2821450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51312" y="2809756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68E93BF-5DA7-33DE-7DBC-0C6057C3B3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39613" y="3437926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51312" y="3418079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FC2E8B1-029D-44E0-1893-3916B10060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39613" y="4054403"/>
            <a:ext cx="484632" cy="484632"/>
          </a:xfrm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1312" y="4026402"/>
            <a:ext cx="4286501" cy="538223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-1"/>
            <a:ext cx="609600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5243332"/>
            <a:ext cx="6095999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61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328" y="309448"/>
            <a:ext cx="3231145" cy="484632"/>
          </a:xfrm>
        </p:spPr>
        <p:txBody>
          <a:bodyPr tIns="0" bIns="0" anchor="b">
            <a:normAutofit/>
          </a:bodyPr>
          <a:lstStyle>
            <a:lvl1pPr algn="l">
              <a:lnSpc>
                <a:spcPct val="100000"/>
              </a:lnSpc>
              <a:defRPr sz="1800" b="1" cap="none" spc="0" normalizeH="0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4329" y="883387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3081" y="-11683"/>
            <a:ext cx="4114801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71414F8-DD91-4BEB-BD17-D9C191E066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1175" y="245774"/>
            <a:ext cx="307206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DA3D7EC-7E91-837C-0F5C-2FA02822C2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651174" y="906920"/>
            <a:ext cx="3056497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E403EF5D-5D5E-DB9C-1AA6-6C838DA9DC1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22804" y="3428237"/>
            <a:ext cx="4065886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E66A002-611A-AC3C-3354-FC6A8B8807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38700" y="3730892"/>
            <a:ext cx="3239314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25D8040-D0AA-C720-C6C4-6B23368CD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38700" y="4417990"/>
            <a:ext cx="3227060" cy="2199311"/>
          </a:xfrm>
          <a:noFill/>
        </p:spPr>
        <p:txBody>
          <a:bodyPr lIns="91440" tIns="91440" rIns="91440" bIns="0" anchor="t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lang="en-US" sz="1200" dirty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2DD639C-33DD-1ACB-4F21-BE087163AE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168042" y="3428237"/>
            <a:ext cx="4034118" cy="3439923"/>
          </a:xfrm>
          <a:solidFill>
            <a:schemeClr val="tx2"/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5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8494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68507" y="1466591"/>
            <a:ext cx="10054988" cy="118516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24" name="Chart Placeholder 23">
            <a:extLst>
              <a:ext uri="{FF2B5EF4-FFF2-40B4-BE49-F238E27FC236}">
                <a16:creationId xmlns:a16="http://schemas.microsoft.com/office/drawing/2014/main" id="{70E058DD-8D94-446E-787F-5F2A17EA2196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1068504" y="3109249"/>
            <a:ext cx="10054990" cy="2907792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accent1">
                    <a:lumMod val="25000"/>
                  </a:schemeClr>
                </a:solidFill>
              </a:defRPr>
            </a:lvl1pPr>
          </a:lstStyle>
          <a:p>
            <a:r>
              <a:rPr lang="en-GB"/>
              <a:t>Click icon to add chart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31542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Table Placeholder 25">
            <a:extLst>
              <a:ext uri="{FF2B5EF4-FFF2-40B4-BE49-F238E27FC236}">
                <a16:creationId xmlns:a16="http://schemas.microsoft.com/office/drawing/2014/main" id="{02AD8594-3E96-3F20-90D7-01C001D40C26}"/>
              </a:ext>
            </a:extLst>
          </p:cNvPr>
          <p:cNvSpPr>
            <a:spLocks noGrp="1"/>
          </p:cNvSpPr>
          <p:nvPr>
            <p:ph type="tbl" sz="quarter" idx="24"/>
          </p:nvPr>
        </p:nvSpPr>
        <p:spPr>
          <a:xfrm>
            <a:off x="1058347" y="1446271"/>
            <a:ext cx="10049920" cy="435453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A52954E-7826-2F3E-37FB-F67D5971E4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4274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3D09183F-8234-58F5-2CE4-5D000BF72EA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44747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E530913-6A7A-CB72-87E9-5D3ADD650B0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752210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548FF31E-A9C5-CFCF-43B0-5EF275D7402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056945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5" name="Picture Placeholder 17">
            <a:extLst>
              <a:ext uri="{FF2B5EF4-FFF2-40B4-BE49-F238E27FC236}">
                <a16:creationId xmlns:a16="http://schemas.microsoft.com/office/drawing/2014/main" id="{900F4E96-BF95-1386-47A4-D14CEB09D8E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61679" y="237807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Picture Placeholder 17">
            <a:extLst>
              <a:ext uri="{FF2B5EF4-FFF2-40B4-BE49-F238E27FC236}">
                <a16:creationId xmlns:a16="http://schemas.microsoft.com/office/drawing/2014/main" id="{E91EF67B-B01F-400D-2DC2-79A748E2A60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35393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Picture Placeholder 17">
            <a:extLst>
              <a:ext uri="{FF2B5EF4-FFF2-40B4-BE49-F238E27FC236}">
                <a16:creationId xmlns:a16="http://schemas.microsoft.com/office/drawing/2014/main" id="{B320C6BD-6887-1B30-627B-0AB6029E8F5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658665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9B504DC8-6E54-98FA-2461-72B7340F58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63400" y="3093396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0C21A6A4-EB4D-A0D0-56D0-93FB0E749A1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05507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DB72A218-DAC1-2261-C0A3-B0767FD2FA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35980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2" name="Picture Placeholder 17">
            <a:extLst>
              <a:ext uri="{FF2B5EF4-FFF2-40B4-BE49-F238E27FC236}">
                <a16:creationId xmlns:a16="http://schemas.microsoft.com/office/drawing/2014/main" id="{C3CF0080-9BDB-00BA-29B2-9174EE3C411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64543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3" name="Picture Placeholder 17">
            <a:extLst>
              <a:ext uri="{FF2B5EF4-FFF2-40B4-BE49-F238E27FC236}">
                <a16:creationId xmlns:a16="http://schemas.microsoft.com/office/drawing/2014/main" id="{C6A1C08D-7BF4-5FAF-C2FF-AE5047518A0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969278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17">
            <a:extLst>
              <a:ext uri="{FF2B5EF4-FFF2-40B4-BE49-F238E27FC236}">
                <a16:creationId xmlns:a16="http://schemas.microsoft.com/office/drawing/2014/main" id="{BA44657A-8B86-EA70-6560-03FEB781F9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274012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5" name="Picture Placeholder 17">
            <a:extLst>
              <a:ext uri="{FF2B5EF4-FFF2-40B4-BE49-F238E27FC236}">
                <a16:creationId xmlns:a16="http://schemas.microsoft.com/office/drawing/2014/main" id="{8CED7DAF-DABA-4DFF-4526-79601E7E45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578746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6" name="Picture Placeholder 17">
            <a:extLst>
              <a:ext uri="{FF2B5EF4-FFF2-40B4-BE49-F238E27FC236}">
                <a16:creationId xmlns:a16="http://schemas.microsoft.com/office/drawing/2014/main" id="{DE375DAB-B8B1-7BFE-421A-2576642D0DB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883481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7" name="Picture Placeholder 17">
            <a:extLst>
              <a:ext uri="{FF2B5EF4-FFF2-40B4-BE49-F238E27FC236}">
                <a16:creationId xmlns:a16="http://schemas.microsoft.com/office/drawing/2014/main" id="{1DC92198-D94C-7632-19D2-3D84CBD1BCB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88215" y="3819525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8" name="Picture Placeholder 17">
            <a:extLst>
              <a:ext uri="{FF2B5EF4-FFF2-40B4-BE49-F238E27FC236}">
                <a16:creationId xmlns:a16="http://schemas.microsoft.com/office/drawing/2014/main" id="{ADE4906C-8781-3D55-6709-40134F528A7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540305" y="4547853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9" name="Picture Placeholder 17">
            <a:extLst>
              <a:ext uri="{FF2B5EF4-FFF2-40B4-BE49-F238E27FC236}">
                <a16:creationId xmlns:a16="http://schemas.microsoft.com/office/drawing/2014/main" id="{5A09A8A3-44A8-3DBC-2A4E-C534BD04394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05526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0" name="Picture Placeholder 17">
            <a:extLst>
              <a:ext uri="{FF2B5EF4-FFF2-40B4-BE49-F238E27FC236}">
                <a16:creationId xmlns:a16="http://schemas.microsoft.com/office/drawing/2014/main" id="{AF3FD113-A1D1-4EEF-7A6A-8D911FEFCA3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35999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1" name="Picture Placeholder 17">
            <a:extLst>
              <a:ext uri="{FF2B5EF4-FFF2-40B4-BE49-F238E27FC236}">
                <a16:creationId xmlns:a16="http://schemas.microsoft.com/office/drawing/2014/main" id="{DBF1041A-E533-7269-1C16-B8F07C39D0A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664732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2" name="Picture Placeholder 17">
            <a:extLst>
              <a:ext uri="{FF2B5EF4-FFF2-40B4-BE49-F238E27FC236}">
                <a16:creationId xmlns:a16="http://schemas.microsoft.com/office/drawing/2014/main" id="{723620E9-23D5-45A7-B061-9B5BA0AB817B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9969467" y="5269391"/>
            <a:ext cx="274320" cy="34747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5857" y="2705755"/>
            <a:ext cx="3561986" cy="144649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56CA8-AE7D-1692-CD03-8052B79B4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16358"/>
            <a:ext cx="7354442" cy="689071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1721" y="-6197"/>
            <a:ext cx="78231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4040" y="-10160"/>
            <a:ext cx="308626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66191" y="52657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D2E0A3-3A4D-815C-8C07-8058D5694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41558" y="110150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B5590F9-2D9B-7EF7-DD7B-0088DB0B18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191" y="113821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13E55D8-560B-DF34-B34D-E3A21C43B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9328" y="2831055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A5A1F2-505F-747B-818F-CBE5074E2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4695" y="3405984"/>
            <a:ext cx="161991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063E3D4-FEB7-9BB5-B22D-843990911CE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19328" y="3442690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4E713C15-6491-75F6-6A03-ECBBB2597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7560" y="2259981"/>
            <a:ext cx="3042920" cy="233742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100ACF-978B-E5F8-58B9-878278B3D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60480" y="2270140"/>
            <a:ext cx="727584" cy="23368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A96B4-52C5-47DA-6BD6-050647AEB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6961" y="4599322"/>
            <a:ext cx="777079" cy="2270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66AD3C9-51DF-968B-BDFA-A072D79E69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54040" y="4596782"/>
            <a:ext cx="3076102" cy="2270760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6BE9D1C-5464-1BB4-DD8F-40B27F9E7E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57280" y="5261360"/>
            <a:ext cx="2170649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 cap="all" baseline="0">
                <a:solidFill>
                  <a:schemeClr val="accent1">
                    <a:lumMod val="10000"/>
                  </a:schemeClr>
                </a:solidFill>
                <a:latin typeface="+mj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8A1D00-787E-E601-743F-F3A607B90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32647" y="5836289"/>
            <a:ext cx="16199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4F9E3A6-F6B7-CCAC-D810-CD47EB1C5D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57280" y="5872995"/>
            <a:ext cx="2170649" cy="53822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cap="none" baseline="0">
                <a:solidFill>
                  <a:schemeClr val="accent1">
                    <a:lumMod val="25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2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012" y="482812"/>
            <a:ext cx="10295108" cy="638050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1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885A36-9B2E-CD52-C188-43035C62D7D2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22350" y="1584960"/>
            <a:ext cx="10146806" cy="4429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3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 2">
    <p:bg>
      <p:bgPr>
        <a:solidFill>
          <a:schemeClr val="bg1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908" y="368658"/>
            <a:ext cx="6228732" cy="830221"/>
          </a:xfrm>
        </p:spPr>
        <p:txBody>
          <a:bodyPr tIns="0" bIns="0" anchor="ctr">
            <a:normAutofit/>
          </a:bodyPr>
          <a:lstStyle>
            <a:lvl1pPr algn="l">
              <a:lnSpc>
                <a:spcPct val="100000"/>
              </a:lnSpc>
              <a:defRPr sz="3600" b="0" cap="all" spc="0" normalizeH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842F9-453E-90A1-97D7-1534875ACB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3906" y="1430936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2619741-BE88-A22C-6A3B-780557621A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906" y="2029538"/>
            <a:ext cx="6228732" cy="1090763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EBD26BC-C603-AEA2-3415-24A8A1005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3906" y="3218958"/>
            <a:ext cx="6228732" cy="344009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9F0960D-533E-D280-6096-A2F8BAC7A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906" y="3640657"/>
            <a:ext cx="6228732" cy="344009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9ACA4C2-F939-8D8C-98EF-A61C8B760F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3906" y="4073211"/>
            <a:ext cx="6228732" cy="538223"/>
          </a:xfrm>
          <a:noFill/>
        </p:spPr>
        <p:txBody>
          <a:bodyPr lIns="91440" tIns="0" rIns="91440" bIns="0"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1BF306D-A7D8-5086-F014-05405FA67D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3906" y="4675595"/>
            <a:ext cx="6228732" cy="1154882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1">
                    <a:lumMod val="25000"/>
                  </a:schemeClr>
                </a:solidFill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36560" y="-1"/>
            <a:ext cx="4155440" cy="5243333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13E4-419C-20BB-FD0F-C6289026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36559" y="5243332"/>
            <a:ext cx="4155440" cy="1637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F15871-3BB2-22DF-C235-D1DE82D6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CBD76C8-E568-F23C-5623-0191DBB9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401092-C478-D50D-DAB4-39AF3B2E49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2">
              <a:lumMod val="10000"/>
            </a:schemeClr>
          </a:solidFill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76CE7-09C6-A885-88A7-930EB04362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222" y="2247391"/>
            <a:ext cx="4434840" cy="762338"/>
          </a:xfrm>
          <a:noFill/>
        </p:spPr>
        <p:txBody>
          <a:bodyPr>
            <a:normAutofit/>
          </a:bodyPr>
          <a:lstStyle>
            <a:lvl1pPr algn="l">
              <a:defRPr sz="4800" b="1" cap="all" spc="0" normalizeH="0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0BD47C-1743-A31A-6F2A-BEBB24F22AB3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380" y="1730247"/>
            <a:ext cx="3657600" cy="3472282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810CE0D-B662-5180-72B1-8363C2E1BD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7222" y="3258237"/>
            <a:ext cx="4434840" cy="368884"/>
          </a:xfrm>
          <a:noFill/>
        </p:spPr>
        <p:txBody>
          <a:bodyPr lIns="91440" tIns="0" rIns="9144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92BFD6-74C7-2D2A-4F93-95F4341BAB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67222" y="3748147"/>
            <a:ext cx="4434840" cy="1454381"/>
          </a:xfrm>
          <a:noFill/>
        </p:spPr>
        <p:txBody>
          <a:bodyPr lIns="91440" tIns="0" rIns="9144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1400" b="1" cap="none" baseline="0">
                <a:solidFill>
                  <a:schemeClr val="accent3">
                    <a:lumMod val="10000"/>
                    <a:lumOff val="90000"/>
                  </a:schemeClr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62675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A29B-5AE9-CB8D-8A2B-144DBB8BCB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43" y="365125"/>
            <a:ext cx="11100126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0432AB-307E-C133-AB03-5B6286B2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043" y="62521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1DDF95-5C6A-BFC2-3D73-E19530C8D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969" y="6252175"/>
            <a:ext cx="27432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914F588F-3268-487C-BB05-403E3E2B4B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9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10000"/>
            <a:lumOff val="9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2378-33F3-9133-FF97-6EFCBD42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6496-C09F-CF62-3B1A-8BD3AB12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F26F1-942C-E394-D4F4-E2C72E857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9C0C1-EE54-4EF7-BCC6-9C36988C399C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F9A7-A5DA-8EAD-6359-9316AC522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9CBAD-9F11-FF8A-5CB4-6C8682861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588F-3268-487C-BB05-403E3E2B4B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usawakhe.nzama@gmail.com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le of coffee beans&#10;&#10;Description automatically generated">
            <a:extLst>
              <a:ext uri="{FF2B5EF4-FFF2-40B4-BE49-F238E27FC236}">
                <a16:creationId xmlns:a16="http://schemas.microsoft.com/office/drawing/2014/main" id="{27EDE37F-A91F-2CE5-7176-FA96308E99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38344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804" y="3858943"/>
            <a:ext cx="3942735" cy="762338"/>
          </a:xfrm>
        </p:spPr>
        <p:txBody>
          <a:bodyPr/>
          <a:lstStyle/>
          <a:p>
            <a:r>
              <a:rPr lang="en-US" dirty="0"/>
              <a:t>Bright LEARN COFFEE SHOP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5844AC7-E488-709F-E66B-3FB7077D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8972" y="3021081"/>
            <a:ext cx="3200400" cy="3200400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4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AE35B9-E0B3-50E8-2F1B-73A4E3E2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784" y="1017127"/>
            <a:ext cx="3259239" cy="638050"/>
          </a:xfrm>
        </p:spPr>
        <p:txBody>
          <a:bodyPr/>
          <a:lstStyle/>
          <a:p>
            <a:r>
              <a:rPr lang="en-US" dirty="0"/>
              <a:t>The Big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502D2-3299-9E3D-BBCA-A672F7F15A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3784" y="1667337"/>
            <a:ext cx="3259138" cy="1635155"/>
          </a:xfrm>
        </p:spPr>
        <p:txBody>
          <a:bodyPr/>
          <a:lstStyle/>
          <a:p>
            <a:r>
              <a:rPr lang="en-US" dirty="0"/>
              <a:t>Buzz</a:t>
            </a:r>
          </a:p>
        </p:txBody>
      </p:sp>
      <p:pic>
        <p:nvPicPr>
          <p:cNvPr id="14" name="Picture Placeholder 13" descr="A person holding a cup of coffee ">
            <a:extLst>
              <a:ext uri="{FF2B5EF4-FFF2-40B4-BE49-F238E27FC236}">
                <a16:creationId xmlns:a16="http://schemas.microsoft.com/office/drawing/2014/main" id="{10EC3809-C361-94AA-3504-E1ED19F4575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6643" y="-1"/>
            <a:ext cx="6146157" cy="3452149"/>
          </a:xfrm>
        </p:spPr>
      </p:pic>
      <p:pic>
        <p:nvPicPr>
          <p:cNvPr id="12" name="Picture Placeholder 11" descr="A close-up of coffee beans ">
            <a:extLst>
              <a:ext uri="{FF2B5EF4-FFF2-40B4-BE49-F238E27FC236}">
                <a16:creationId xmlns:a16="http://schemas.microsoft.com/office/drawing/2014/main" id="{70CEBD43-1E81-E53E-1EC1-408F57958B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6049" y="3452149"/>
            <a:ext cx="6146157" cy="3423213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3EAB8EC-D2F4-0861-F661-E81208B5C6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8165" y="3831219"/>
            <a:ext cx="2719830" cy="2638706"/>
          </a:xfrm>
        </p:spPr>
        <p:txBody>
          <a:bodyPr/>
          <a:lstStyle/>
          <a:p>
            <a:r>
              <a:rPr lang="en-US" dirty="0"/>
              <a:t>Bright Learn Coffee’s mission is to become a recognized leader in our target market for providing outstanding premium bagged coffees and specialty coffee beverages.</a:t>
            </a:r>
          </a:p>
        </p:txBody>
      </p:sp>
    </p:spTree>
    <p:extLst>
      <p:ext uri="{BB962C8B-B14F-4D97-AF65-F5344CB8AC3E}">
        <p14:creationId xmlns:p14="http://schemas.microsoft.com/office/powerpoint/2010/main" val="307525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Revenue by store 	</a:t>
            </a: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721343318"/>
              </p:ext>
            </p:extLst>
          </p:nvPr>
        </p:nvGraphicFramePr>
        <p:xfrm>
          <a:off x="1068388" y="1616149"/>
          <a:ext cx="10055225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8495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dirty="0"/>
              <a:t>Monthly Revenue by Location	</a:t>
            </a:r>
          </a:p>
        </p:txBody>
      </p:sp>
      <p:graphicFrame>
        <p:nvGraphicFramePr>
          <p:cNvPr id="7" name="Chart Placeholder 6">
            <a:extLst>
              <a:ext uri="{FF2B5EF4-FFF2-40B4-BE49-F238E27FC236}">
                <a16:creationId xmlns:a16="http://schemas.microsoft.com/office/drawing/2014/main" id="{675349C8-4484-EF83-E7C2-F107E5CD9FBC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3585524843"/>
              </p:ext>
            </p:extLst>
          </p:nvPr>
        </p:nvGraphicFramePr>
        <p:xfrm>
          <a:off x="1068388" y="1465006"/>
          <a:ext cx="9540618" cy="45516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2067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Monthly Revenue by Product Category</a:t>
            </a:r>
            <a:endParaRPr lang="en-Z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2459967377"/>
              </p:ext>
            </p:extLst>
          </p:nvPr>
        </p:nvGraphicFramePr>
        <p:xfrm>
          <a:off x="1068388" y="1616149"/>
          <a:ext cx="10543509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9364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 Revenue by Product Type</a:t>
            </a:r>
          </a:p>
        </p:txBody>
      </p:sp>
      <p:graphicFrame>
        <p:nvGraphicFramePr>
          <p:cNvPr id="7" name="Chart Placeholder 6">
            <a:extLst>
              <a:ext uri="{FF2B5EF4-FFF2-40B4-BE49-F238E27FC236}">
                <a16:creationId xmlns:a16="http://schemas.microsoft.com/office/drawing/2014/main" id="{3FCA179A-0718-1A2D-E280-E8A6FD2E941A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184150958"/>
              </p:ext>
            </p:extLst>
          </p:nvPr>
        </p:nvGraphicFramePr>
        <p:xfrm>
          <a:off x="564444" y="1354667"/>
          <a:ext cx="11277600" cy="4661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127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Weekly</a:t>
            </a:r>
            <a:r>
              <a:rPr lang="en-ZA" baseline="0" dirty="0"/>
              <a:t> Revenue by Product Category</a:t>
            </a:r>
            <a:endParaRPr lang="en-Z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112567077"/>
              </p:ext>
            </p:extLst>
          </p:nvPr>
        </p:nvGraphicFramePr>
        <p:xfrm>
          <a:off x="1068388" y="1616149"/>
          <a:ext cx="10284948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4288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QUANTITY</a:t>
            </a:r>
            <a:r>
              <a:rPr lang="en-ZA" baseline="0" dirty="0"/>
              <a:t> SOLD BY PRODUCT CATEGORY</a:t>
            </a:r>
            <a:endParaRPr lang="en-Z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276477836"/>
              </p:ext>
            </p:extLst>
          </p:nvPr>
        </p:nvGraphicFramePr>
        <p:xfrm>
          <a:off x="1068388" y="1616149"/>
          <a:ext cx="10284948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786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Weekly</a:t>
            </a:r>
            <a:r>
              <a:rPr lang="en-ZA" baseline="0" dirty="0"/>
              <a:t> Revenue by Product Category</a:t>
            </a:r>
            <a:endParaRPr lang="en-Z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4231826966"/>
              </p:ext>
            </p:extLst>
          </p:nvPr>
        </p:nvGraphicFramePr>
        <p:xfrm>
          <a:off x="1068388" y="1616149"/>
          <a:ext cx="10284948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1922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Top</a:t>
            </a:r>
            <a:r>
              <a:rPr lang="en-ZA" baseline="0" dirty="0"/>
              <a:t> 10 Selling Products - Quantity vs Revenue</a:t>
            </a:r>
            <a:endParaRPr lang="en-ZA" dirty="0"/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482215720"/>
              </p:ext>
            </p:extLst>
          </p:nvPr>
        </p:nvGraphicFramePr>
        <p:xfrm>
          <a:off x="1068388" y="1616149"/>
          <a:ext cx="10284948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61EA35-54BC-BC55-B608-93BAF71479FB}"/>
              </a:ext>
            </a:extLst>
          </p:cNvPr>
          <p:cNvSpPr txBox="1"/>
          <p:nvPr/>
        </p:nvSpPr>
        <p:spPr>
          <a:xfrm>
            <a:off x="3048000" y="327757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Top</a:t>
            </a:r>
            <a:r>
              <a:rPr lang="en-ZA" baseline="0" dirty="0"/>
              <a:t> 10 Selling Products - Quantity vs Revenue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0661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Revenue 	</a:t>
            </a: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1474530653"/>
              </p:ext>
            </p:extLst>
          </p:nvPr>
        </p:nvGraphicFramePr>
        <p:xfrm>
          <a:off x="1068388" y="1616149"/>
          <a:ext cx="10284948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4185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F68B-2B69-8B30-3622-EA2B3358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ZA" dirty="0"/>
              <a:t>PRODUCT PERFORMANCE </a:t>
            </a:r>
          </a:p>
        </p:txBody>
      </p:sp>
      <p:graphicFrame>
        <p:nvGraphicFramePr>
          <p:cNvPr id="8" name="Chart Placeholder 7">
            <a:extLst>
              <a:ext uri="{FF2B5EF4-FFF2-40B4-BE49-F238E27FC236}">
                <a16:creationId xmlns:a16="http://schemas.microsoft.com/office/drawing/2014/main" id="{E9AF5DEF-82B2-41C7-B659-7CBED32209C7}"/>
              </a:ext>
            </a:extLst>
          </p:cNvPr>
          <p:cNvGraphicFramePr>
            <a:graphicFrameLocks noGrp="1"/>
          </p:cNvGraphicFramePr>
          <p:nvPr>
            <p:ph type="chart" sz="quarter" idx="23"/>
            <p:extLst>
              <p:ext uri="{D42A27DB-BD31-4B8C-83A1-F6EECF244321}">
                <p14:modId xmlns:p14="http://schemas.microsoft.com/office/powerpoint/2010/main" val="2261523971"/>
              </p:ext>
            </p:extLst>
          </p:nvPr>
        </p:nvGraphicFramePr>
        <p:xfrm>
          <a:off x="1068388" y="1616149"/>
          <a:ext cx="10284948" cy="4400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1731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5089-8713-9D30-4EC0-7D91C5A9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/>
              <a:t>Thank you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E7098-27EC-2D03-DE28-3ED55AD6AA1B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838200" y="1881188"/>
            <a:ext cx="7094220" cy="4352544"/>
          </a:xfrm>
        </p:spPr>
        <p:txBody>
          <a:bodyPr anchor="t">
            <a:normAutofit/>
          </a:bodyPr>
          <a:lstStyle/>
          <a:p>
            <a:pPr marL="0"/>
            <a:r>
              <a:rPr lang="en-US" kern="1200" dirty="0"/>
              <a:t>Musawakhe Andrew Nzama</a:t>
            </a:r>
          </a:p>
          <a:p>
            <a:pPr marL="0"/>
            <a:r>
              <a:rPr lang="en-US" kern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musawakhe.nzama@gmail.com</a:t>
            </a:r>
            <a:endParaRPr lang="en-US" kern="1200" dirty="0"/>
          </a:p>
          <a:p>
            <a:pPr marL="0"/>
            <a:r>
              <a:rPr lang="en-US" kern="1200" dirty="0"/>
              <a:t>0849682970</a:t>
            </a:r>
          </a:p>
          <a:p>
            <a:pPr marL="0"/>
            <a:endParaRPr lang="en-US" kern="1200" dirty="0"/>
          </a:p>
          <a:p>
            <a:pPr marL="0"/>
            <a:endParaRPr lang="en-US" kern="1200" dirty="0"/>
          </a:p>
        </p:txBody>
      </p:sp>
      <p:pic>
        <p:nvPicPr>
          <p:cNvPr id="6" name="Picture Placeholder 5" descr="A pile of coffee beans&#10;&#10;Description automatically generated">
            <a:extLst>
              <a:ext uri="{FF2B5EF4-FFF2-40B4-BE49-F238E27FC236}">
                <a16:creationId xmlns:a16="http://schemas.microsoft.com/office/drawing/2014/main" id="{137E7CF1-199D-7BCA-5CCC-52F2BA7704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961" r="33747" b="2"/>
          <a:stretch>
            <a:fillRect/>
          </a:stretch>
        </p:blipFill>
        <p:spPr>
          <a:xfrm>
            <a:off x="8313420" y="1881188"/>
            <a:ext cx="3040379" cy="435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3612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ile of coffee beans&#10;&#10;Description automatically generated">
            <a:extLst>
              <a:ext uri="{FF2B5EF4-FFF2-40B4-BE49-F238E27FC236}">
                <a16:creationId xmlns:a16="http://schemas.microsoft.com/office/drawing/2014/main" id="{27EDE37F-A91F-2CE5-7176-FA96308E994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738344" cy="6858000"/>
          </a:xfr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9B9E7D9B-9F62-FD23-417A-4C9F4936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804" y="3858943"/>
            <a:ext cx="3942735" cy="762338"/>
          </a:xfrm>
        </p:spPr>
        <p:txBody>
          <a:bodyPr/>
          <a:lstStyle/>
          <a:p>
            <a:r>
              <a:rPr lang="en-US" dirty="0"/>
              <a:t>Bright LEARN COFFEE SHOP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5844AC7-E488-709F-E66B-3FB7077D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8972" y="3021081"/>
            <a:ext cx="3200400" cy="3200400"/>
          </a:xfrm>
          <a:prstGeom prst="ellipse">
            <a:avLst/>
          </a:prstGeom>
          <a:noFill/>
          <a:ln w="152400" cap="flat">
            <a:solidFill>
              <a:schemeClr val="accent3">
                <a:lumMod val="10000"/>
                <a:lumOff val="9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538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60">
      <a:dk1>
        <a:srgbClr val="000000"/>
      </a:dk1>
      <a:lt1>
        <a:srgbClr val="FFFFFF"/>
      </a:lt1>
      <a:dk2>
        <a:srgbClr val="E2D4C0"/>
      </a:dk2>
      <a:lt2>
        <a:srgbClr val="E6E6E6"/>
      </a:lt2>
      <a:accent1>
        <a:srgbClr val="E2CBB9"/>
      </a:accent1>
      <a:accent2>
        <a:srgbClr val="843F00"/>
      </a:accent2>
      <a:accent3>
        <a:srgbClr val="562F08"/>
      </a:accent3>
      <a:accent4>
        <a:srgbClr val="91CF50"/>
      </a:accent4>
      <a:accent5>
        <a:srgbClr val="2B9C4F"/>
      </a:accent5>
      <a:accent6>
        <a:srgbClr val="0B7149"/>
      </a:accent6>
      <a:hlink>
        <a:srgbClr val="FFF8F9"/>
      </a:hlink>
      <a:folHlink>
        <a:srgbClr val="2B6ACD"/>
      </a:folHlink>
    </a:clrScheme>
    <a:fontScheme name="Custom 7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01884_Win32_SL_v5" id="{7AFE633C-0110-4F77-84ED-A8BF8EBFD362}" vid="{80EE89D2-E5CC-48AF-BB35-D1580B918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510185-06BE-4162-BEE1-5DC8B9C9C1B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AE634-DEC4-4395-A997-0E4563AFF1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DD14FD-BC23-4945-A0FC-5BDE75B3DF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Coffee Shop Business Pitch Deck</Template>
  <TotalTime>102</TotalTime>
  <Words>152</Words>
  <Application>Microsoft Office PowerPoint</Application>
  <PresentationFormat>Widescreen</PresentationFormat>
  <Paragraphs>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Courier New</vt:lpstr>
      <vt:lpstr>Lato</vt:lpstr>
      <vt:lpstr>Lato Black</vt:lpstr>
      <vt:lpstr>Custom</vt:lpstr>
      <vt:lpstr>Bright LEARN COFFEE SHOP </vt:lpstr>
      <vt:lpstr>The Big</vt:lpstr>
      <vt:lpstr>Revenue by store  </vt:lpstr>
      <vt:lpstr>Monthly Revenue by Location </vt:lpstr>
      <vt:lpstr>Monthly Revenue by Product Category</vt:lpstr>
      <vt:lpstr>Total Revenue by Product Type</vt:lpstr>
      <vt:lpstr>Weekly Revenue by Product Category</vt:lpstr>
      <vt:lpstr>QUANTITY SOLD BY PRODUCT CATEGORY</vt:lpstr>
      <vt:lpstr>Weekly Revenue by Product Category</vt:lpstr>
      <vt:lpstr>Top 10 Selling Products - Quantity vs Revenue</vt:lpstr>
      <vt:lpstr>Revenue  </vt:lpstr>
      <vt:lpstr>PRODUCT PERFORMANCE </vt:lpstr>
      <vt:lpstr>Thank you</vt:lpstr>
      <vt:lpstr>Bright LEARN COFFEE SHOP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Nzama</dc:creator>
  <cp:lastModifiedBy>Andrew Nzama</cp:lastModifiedBy>
  <cp:revision>1</cp:revision>
  <dcterms:created xsi:type="dcterms:W3CDTF">2025-11-18T21:26:52Z</dcterms:created>
  <dcterms:modified xsi:type="dcterms:W3CDTF">2025-11-19T18:06:15Z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